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69"/>
  </p:notesMasterIdLst>
  <p:handoutMasterIdLst>
    <p:handoutMasterId r:id="rId70"/>
  </p:handoutMasterIdLst>
  <p:sldIdLst>
    <p:sldId id="315" r:id="rId2"/>
    <p:sldId id="351" r:id="rId3"/>
    <p:sldId id="316" r:id="rId4"/>
    <p:sldId id="347" r:id="rId5"/>
    <p:sldId id="348" r:id="rId6"/>
    <p:sldId id="349" r:id="rId7"/>
    <p:sldId id="350" r:id="rId8"/>
    <p:sldId id="324" r:id="rId9"/>
    <p:sldId id="325" r:id="rId10"/>
    <p:sldId id="336" r:id="rId11"/>
    <p:sldId id="367" r:id="rId12"/>
    <p:sldId id="321" r:id="rId13"/>
    <p:sldId id="322" r:id="rId14"/>
    <p:sldId id="326" r:id="rId15"/>
    <p:sldId id="337" r:id="rId16"/>
    <p:sldId id="328" r:id="rId17"/>
    <p:sldId id="368" r:id="rId18"/>
    <p:sldId id="329" r:id="rId19"/>
    <p:sldId id="369" r:id="rId20"/>
    <p:sldId id="330" r:id="rId21"/>
    <p:sldId id="370" r:id="rId22"/>
    <p:sldId id="331" r:id="rId23"/>
    <p:sldId id="371" r:id="rId24"/>
    <p:sldId id="333" r:id="rId25"/>
    <p:sldId id="372" r:id="rId26"/>
    <p:sldId id="334" r:id="rId27"/>
    <p:sldId id="373" r:id="rId28"/>
    <p:sldId id="374" r:id="rId29"/>
    <p:sldId id="335" r:id="rId30"/>
    <p:sldId id="338" r:id="rId31"/>
    <p:sldId id="375" r:id="rId32"/>
    <p:sldId id="339" r:id="rId33"/>
    <p:sldId id="376" r:id="rId34"/>
    <p:sldId id="341" r:id="rId35"/>
    <p:sldId id="377" r:id="rId36"/>
    <p:sldId id="342" r:id="rId37"/>
    <p:sldId id="378" r:id="rId38"/>
    <p:sldId id="343" r:id="rId39"/>
    <p:sldId id="379" r:id="rId40"/>
    <p:sldId id="362" r:id="rId41"/>
    <p:sldId id="344" r:id="rId42"/>
    <p:sldId id="381" r:id="rId43"/>
    <p:sldId id="380" r:id="rId44"/>
    <p:sldId id="345" r:id="rId45"/>
    <p:sldId id="384" r:id="rId46"/>
    <p:sldId id="383" r:id="rId47"/>
    <p:sldId id="346" r:id="rId48"/>
    <p:sldId id="385" r:id="rId49"/>
    <p:sldId id="352" r:id="rId50"/>
    <p:sldId id="386" r:id="rId51"/>
    <p:sldId id="353" r:id="rId52"/>
    <p:sldId id="387" r:id="rId53"/>
    <p:sldId id="354" r:id="rId54"/>
    <p:sldId id="388" r:id="rId55"/>
    <p:sldId id="356" r:id="rId56"/>
    <p:sldId id="389" r:id="rId57"/>
    <p:sldId id="357" r:id="rId58"/>
    <p:sldId id="363" r:id="rId59"/>
    <p:sldId id="390" r:id="rId60"/>
    <p:sldId id="364" r:id="rId61"/>
    <p:sldId id="391" r:id="rId62"/>
    <p:sldId id="361" r:id="rId63"/>
    <p:sldId id="392" r:id="rId64"/>
    <p:sldId id="360" r:id="rId65"/>
    <p:sldId id="318" r:id="rId66"/>
    <p:sldId id="277" r:id="rId67"/>
    <p:sldId id="319" r:id="rId6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0000"/>
    <a:srgbClr val="FFFFCC"/>
    <a:srgbClr val="660066"/>
    <a:srgbClr val="006600"/>
    <a:srgbClr val="FF9933"/>
    <a:srgbClr val="0099FF"/>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9374" autoAdjust="0"/>
    <p:restoredTop sz="94660" autoAdjust="0"/>
  </p:normalViewPr>
  <p:slideViewPr>
    <p:cSldViewPr snapToGrid="0">
      <p:cViewPr varScale="1">
        <p:scale>
          <a:sx n="70" d="100"/>
          <a:sy n="70" d="100"/>
        </p:scale>
        <p:origin x="-810"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F730792-BF82-409D-9AD0-2D5004F8794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imes" charset="0"/>
              </a:defRPr>
            </a:lvl1pPr>
          </a:lstStyle>
          <a:p>
            <a:pPr>
              <a:defRPr/>
            </a:pPr>
            <a:endParaRPr lang="en-US"/>
          </a:p>
        </p:txBody>
      </p:sp>
      <p:sp>
        <p:nvSpPr>
          <p:cNvPr id="80899" name="Rectangle 3">
            <a:extLst>
              <a:ext uri="{FF2B5EF4-FFF2-40B4-BE49-F238E27FC236}">
                <a16:creationId xmlns:a16="http://schemas.microsoft.com/office/drawing/2014/main" id="{814F1A99-0F37-433E-B8E0-FE45810E3289}"/>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imes" charset="0"/>
              </a:defRPr>
            </a:lvl1pPr>
          </a:lstStyle>
          <a:p>
            <a:pPr>
              <a:defRPr/>
            </a:pPr>
            <a:endParaRPr lang="en-US"/>
          </a:p>
        </p:txBody>
      </p:sp>
      <p:sp>
        <p:nvSpPr>
          <p:cNvPr id="80900" name="Rectangle 4">
            <a:extLst>
              <a:ext uri="{FF2B5EF4-FFF2-40B4-BE49-F238E27FC236}">
                <a16:creationId xmlns:a16="http://schemas.microsoft.com/office/drawing/2014/main" id="{63596AAA-86E5-40B3-A1ED-6EB09ED89828}"/>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imes" charset="0"/>
              </a:defRPr>
            </a:lvl1pPr>
          </a:lstStyle>
          <a:p>
            <a:pPr>
              <a:defRPr/>
            </a:pPr>
            <a:endParaRPr lang="en-US"/>
          </a:p>
        </p:txBody>
      </p:sp>
      <p:sp>
        <p:nvSpPr>
          <p:cNvPr id="80901" name="Rectangle 5">
            <a:extLst>
              <a:ext uri="{FF2B5EF4-FFF2-40B4-BE49-F238E27FC236}">
                <a16:creationId xmlns:a16="http://schemas.microsoft.com/office/drawing/2014/main" id="{A0BDC3CA-FCFF-4DCB-9A11-DD805D91C51F}"/>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E0FCE51-B533-4806-862F-0112884BA025}" type="slidenum">
              <a:rPr lang="en-US" altLang="ru-RU"/>
              <a:pPr/>
              <a:t>‹#›</a:t>
            </a:fld>
            <a:endParaRPr lang="en-US" altLang="ru-R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FD28244-96AD-47FD-A568-BEAADA679B1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imes" charset="0"/>
              </a:defRPr>
            </a:lvl1pPr>
          </a:lstStyle>
          <a:p>
            <a:pPr>
              <a:defRPr/>
            </a:pPr>
            <a:endParaRPr lang="en-US"/>
          </a:p>
        </p:txBody>
      </p:sp>
      <p:sp>
        <p:nvSpPr>
          <p:cNvPr id="59395" name="Rectangle 3">
            <a:extLst>
              <a:ext uri="{FF2B5EF4-FFF2-40B4-BE49-F238E27FC236}">
                <a16:creationId xmlns:a16="http://schemas.microsoft.com/office/drawing/2014/main" id="{D50E6695-9C96-49E6-B2BE-0F63C5788C94}"/>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imes" charset="0"/>
              </a:defRPr>
            </a:lvl1pPr>
          </a:lstStyle>
          <a:p>
            <a:pPr>
              <a:defRPr/>
            </a:pPr>
            <a:endParaRPr lang="en-US"/>
          </a:p>
        </p:txBody>
      </p:sp>
      <p:sp>
        <p:nvSpPr>
          <p:cNvPr id="71684" name="Rectangle 4">
            <a:extLst>
              <a:ext uri="{FF2B5EF4-FFF2-40B4-BE49-F238E27FC236}">
                <a16:creationId xmlns:a16="http://schemas.microsoft.com/office/drawing/2014/main" id="{8DD8D761-7158-4ECB-9DBB-FDFFA1308066}"/>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EEAA88CE-509D-4810-AB09-6FBBD1D6C1E6}"/>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C7AC9BD3-8255-4914-99B0-4919165B0A97}"/>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imes" charset="0"/>
              </a:defRPr>
            </a:lvl1pPr>
          </a:lstStyle>
          <a:p>
            <a:pPr>
              <a:defRPr/>
            </a:pPr>
            <a:endParaRPr lang="en-US"/>
          </a:p>
        </p:txBody>
      </p:sp>
      <p:sp>
        <p:nvSpPr>
          <p:cNvPr id="59399" name="Rectangle 7">
            <a:extLst>
              <a:ext uri="{FF2B5EF4-FFF2-40B4-BE49-F238E27FC236}">
                <a16:creationId xmlns:a16="http://schemas.microsoft.com/office/drawing/2014/main" id="{E0A2D2E9-8110-4473-96A8-CFACF776E989}"/>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E093EC6D-65E0-45EF-B48A-2A1067D7A621}" type="slidenum">
              <a:rPr lang="en-US" altLang="ru-RU"/>
              <a:pPr/>
              <a:t>‹#›</a:t>
            </a:fld>
            <a:endParaRPr lang="en-US"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925C9F38-6805-4384-BDC7-10D9BBAF67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AD7E697-4A22-46EB-9570-7E7196E66A89}" type="slidenum">
              <a:rPr lang="en-US" altLang="ru-RU" sz="1200"/>
              <a:pPr/>
              <a:t>1</a:t>
            </a:fld>
            <a:endParaRPr lang="en-US" altLang="ru-RU" sz="1200"/>
          </a:p>
        </p:txBody>
      </p:sp>
      <p:sp>
        <p:nvSpPr>
          <p:cNvPr id="72707" name="Rectangle 2">
            <a:extLst>
              <a:ext uri="{FF2B5EF4-FFF2-40B4-BE49-F238E27FC236}">
                <a16:creationId xmlns:a16="http://schemas.microsoft.com/office/drawing/2014/main" id="{925EAE95-632A-45B7-B4B6-056969EB014B}"/>
              </a:ext>
            </a:extLst>
          </p:cNvPr>
          <p:cNvSpPr>
            <a:spLocks noChangeArrowheads="1" noTextEdit="1"/>
          </p:cNvSpPr>
          <p:nvPr>
            <p:ph type="sldImg"/>
          </p:nvPr>
        </p:nvSpPr>
        <p:spPr>
          <a:ln/>
        </p:spPr>
      </p:sp>
      <p:sp>
        <p:nvSpPr>
          <p:cNvPr id="72708" name="Rectangle 3">
            <a:extLst>
              <a:ext uri="{FF2B5EF4-FFF2-40B4-BE49-F238E27FC236}">
                <a16:creationId xmlns:a16="http://schemas.microsoft.com/office/drawing/2014/main" id="{23E862DF-1D8C-4063-8AFE-4A6C35165B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5DC53949-CE08-40E5-8C66-31F68C46B1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19E9964-3D9F-426F-A7EB-7EA7816B3911}" type="slidenum">
              <a:rPr lang="en-US" altLang="ru-RU" sz="1200"/>
              <a:pPr/>
              <a:t>2</a:t>
            </a:fld>
            <a:endParaRPr lang="en-US" altLang="ru-RU" sz="1200"/>
          </a:p>
        </p:txBody>
      </p:sp>
      <p:sp>
        <p:nvSpPr>
          <p:cNvPr id="73731" name="Rectangle 2">
            <a:extLst>
              <a:ext uri="{FF2B5EF4-FFF2-40B4-BE49-F238E27FC236}">
                <a16:creationId xmlns:a16="http://schemas.microsoft.com/office/drawing/2014/main" id="{9C313EA2-995A-4FE6-B93E-D640F3486499}"/>
              </a:ext>
            </a:extLst>
          </p:cNvPr>
          <p:cNvSpPr>
            <a:spLocks noChangeArrowheads="1" noTextEdit="1"/>
          </p:cNvSpPr>
          <p:nvPr>
            <p:ph type="sldImg"/>
          </p:nvPr>
        </p:nvSpPr>
        <p:spPr>
          <a:ln/>
        </p:spPr>
      </p:sp>
      <p:sp>
        <p:nvSpPr>
          <p:cNvPr id="73732" name="Rectangle 3">
            <a:extLst>
              <a:ext uri="{FF2B5EF4-FFF2-40B4-BE49-F238E27FC236}">
                <a16:creationId xmlns:a16="http://schemas.microsoft.com/office/drawing/2014/main" id="{D577290C-63FA-468B-A7B2-8B808F0F63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010C8382-B0D9-4EA7-8619-5289E26514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9E6254A-5925-410C-81B6-A8523AB4CE3F}" type="slidenum">
              <a:rPr lang="en-US" altLang="ru-RU" sz="1200"/>
              <a:pPr/>
              <a:t>3</a:t>
            </a:fld>
            <a:endParaRPr lang="en-US" altLang="ru-RU" sz="1200"/>
          </a:p>
        </p:txBody>
      </p:sp>
      <p:sp>
        <p:nvSpPr>
          <p:cNvPr id="74755" name="Rectangle 2">
            <a:extLst>
              <a:ext uri="{FF2B5EF4-FFF2-40B4-BE49-F238E27FC236}">
                <a16:creationId xmlns:a16="http://schemas.microsoft.com/office/drawing/2014/main" id="{107911A0-F97A-4417-8933-59975F16FFF5}"/>
              </a:ext>
            </a:extLst>
          </p:cNvPr>
          <p:cNvSpPr>
            <a:spLocks noChangeArrowheads="1" noTextEdit="1"/>
          </p:cNvSpPr>
          <p:nvPr>
            <p:ph type="sldImg"/>
          </p:nvPr>
        </p:nvSpPr>
        <p:spPr>
          <a:ln/>
        </p:spPr>
      </p:sp>
      <p:sp>
        <p:nvSpPr>
          <p:cNvPr id="74756" name="Rectangle 3">
            <a:extLst>
              <a:ext uri="{FF2B5EF4-FFF2-40B4-BE49-F238E27FC236}">
                <a16:creationId xmlns:a16="http://schemas.microsoft.com/office/drawing/2014/main" id="{10E68D59-4F2B-4AE4-8BFA-65BD960789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D9FC81F3-3870-4E2E-90B7-5733DC1E50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98D9946-32DD-4E3C-A9B5-64D384692EC5}" type="slidenum">
              <a:rPr lang="en-US" altLang="ru-RU" sz="1200"/>
              <a:pPr/>
              <a:t>4</a:t>
            </a:fld>
            <a:endParaRPr lang="en-US" altLang="ru-RU" sz="1200"/>
          </a:p>
        </p:txBody>
      </p:sp>
      <p:sp>
        <p:nvSpPr>
          <p:cNvPr id="75779" name="Rectangle 2">
            <a:extLst>
              <a:ext uri="{FF2B5EF4-FFF2-40B4-BE49-F238E27FC236}">
                <a16:creationId xmlns:a16="http://schemas.microsoft.com/office/drawing/2014/main" id="{662B3FB1-FD3B-4A56-9828-7BF53E213C8F}"/>
              </a:ext>
            </a:extLst>
          </p:cNvPr>
          <p:cNvSpPr>
            <a:spLocks noChangeArrowheads="1" noTextEdit="1"/>
          </p:cNvSpPr>
          <p:nvPr>
            <p:ph type="sldImg"/>
          </p:nvPr>
        </p:nvSpPr>
        <p:spPr>
          <a:ln/>
        </p:spPr>
      </p:sp>
      <p:sp>
        <p:nvSpPr>
          <p:cNvPr id="75780" name="Rectangle 3">
            <a:extLst>
              <a:ext uri="{FF2B5EF4-FFF2-40B4-BE49-F238E27FC236}">
                <a16:creationId xmlns:a16="http://schemas.microsoft.com/office/drawing/2014/main" id="{58ED4CFA-627B-4882-85EB-C656BF0C8F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6219EA11-4B06-48F6-9F15-B553044DDE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2470CB7-C936-46DB-85A4-66A0C25DE03E}" type="slidenum">
              <a:rPr lang="en-US" altLang="ru-RU" sz="1200"/>
              <a:pPr/>
              <a:t>5</a:t>
            </a:fld>
            <a:endParaRPr lang="en-US" altLang="ru-RU" sz="1200"/>
          </a:p>
        </p:txBody>
      </p:sp>
      <p:sp>
        <p:nvSpPr>
          <p:cNvPr id="76803" name="Rectangle 2">
            <a:extLst>
              <a:ext uri="{FF2B5EF4-FFF2-40B4-BE49-F238E27FC236}">
                <a16:creationId xmlns:a16="http://schemas.microsoft.com/office/drawing/2014/main" id="{D84EEA8B-C466-4956-B005-FF48E3799D6E}"/>
              </a:ext>
            </a:extLst>
          </p:cNvPr>
          <p:cNvSpPr>
            <a:spLocks noChangeArrowheads="1" noTextEdit="1"/>
          </p:cNvSpPr>
          <p:nvPr>
            <p:ph type="sldImg"/>
          </p:nvPr>
        </p:nvSpPr>
        <p:spPr>
          <a:ln/>
        </p:spPr>
      </p:sp>
      <p:sp>
        <p:nvSpPr>
          <p:cNvPr id="76804" name="Rectangle 3">
            <a:extLst>
              <a:ext uri="{FF2B5EF4-FFF2-40B4-BE49-F238E27FC236}">
                <a16:creationId xmlns:a16="http://schemas.microsoft.com/office/drawing/2014/main" id="{6DCCF38D-9028-4F97-A683-2E85CD78C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94BF59A-65F8-4FE5-BB18-8F1DF4F41F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E17DFCF-FF48-4C47-A5BC-ADD008071958}" type="slidenum">
              <a:rPr lang="en-US" altLang="ru-RU" sz="1200"/>
              <a:pPr/>
              <a:t>6</a:t>
            </a:fld>
            <a:endParaRPr lang="en-US" altLang="ru-RU" sz="1200"/>
          </a:p>
        </p:txBody>
      </p:sp>
      <p:sp>
        <p:nvSpPr>
          <p:cNvPr id="77827" name="Rectangle 2">
            <a:extLst>
              <a:ext uri="{FF2B5EF4-FFF2-40B4-BE49-F238E27FC236}">
                <a16:creationId xmlns:a16="http://schemas.microsoft.com/office/drawing/2014/main" id="{E38EA6E0-74CD-4E16-BD15-699D55D914B3}"/>
              </a:ext>
            </a:extLst>
          </p:cNvPr>
          <p:cNvSpPr>
            <a:spLocks noChangeArrowheads="1" noTextEdit="1"/>
          </p:cNvSpPr>
          <p:nvPr>
            <p:ph type="sldImg"/>
          </p:nvPr>
        </p:nvSpPr>
        <p:spPr>
          <a:ln/>
        </p:spPr>
      </p:sp>
      <p:sp>
        <p:nvSpPr>
          <p:cNvPr id="77828" name="Rectangle 3">
            <a:extLst>
              <a:ext uri="{FF2B5EF4-FFF2-40B4-BE49-F238E27FC236}">
                <a16:creationId xmlns:a16="http://schemas.microsoft.com/office/drawing/2014/main" id="{27C76D11-E43B-48CF-BB10-2F3820FD80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62F1841-E7C5-4E5D-B81D-182C606BC7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6DAE4F1-95F4-4B12-B66F-D679B151E8B4}" type="slidenum">
              <a:rPr lang="en-US" altLang="ru-RU" sz="1200"/>
              <a:pPr/>
              <a:t>7</a:t>
            </a:fld>
            <a:endParaRPr lang="en-US" altLang="ru-RU" sz="1200"/>
          </a:p>
        </p:txBody>
      </p:sp>
      <p:sp>
        <p:nvSpPr>
          <p:cNvPr id="78851" name="Rectangle 2">
            <a:extLst>
              <a:ext uri="{FF2B5EF4-FFF2-40B4-BE49-F238E27FC236}">
                <a16:creationId xmlns:a16="http://schemas.microsoft.com/office/drawing/2014/main" id="{F5AD9F31-21E1-4D42-9C4C-FA067137C2E2}"/>
              </a:ext>
            </a:extLst>
          </p:cNvPr>
          <p:cNvSpPr>
            <a:spLocks noChangeArrowheads="1" noTextEdit="1"/>
          </p:cNvSpPr>
          <p:nvPr>
            <p:ph type="sldImg"/>
          </p:nvPr>
        </p:nvSpPr>
        <p:spPr>
          <a:ln/>
        </p:spPr>
      </p:sp>
      <p:sp>
        <p:nvSpPr>
          <p:cNvPr id="78852" name="Rectangle 3">
            <a:extLst>
              <a:ext uri="{FF2B5EF4-FFF2-40B4-BE49-F238E27FC236}">
                <a16:creationId xmlns:a16="http://schemas.microsoft.com/office/drawing/2014/main" id="{64480AD8-659D-4F98-8FB8-443EBEC37D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65966DA0-0B31-42B7-BD6B-E6BBA445C3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918A26E-7C2F-4CF0-847E-EFDB3359B531}" type="slidenum">
              <a:rPr lang="en-US" altLang="ru-RU" sz="1200"/>
              <a:pPr/>
              <a:t>8</a:t>
            </a:fld>
            <a:endParaRPr lang="en-US" altLang="ru-RU" sz="1200"/>
          </a:p>
        </p:txBody>
      </p:sp>
      <p:sp>
        <p:nvSpPr>
          <p:cNvPr id="79875" name="Rectangle 2">
            <a:extLst>
              <a:ext uri="{FF2B5EF4-FFF2-40B4-BE49-F238E27FC236}">
                <a16:creationId xmlns:a16="http://schemas.microsoft.com/office/drawing/2014/main" id="{1AA7A960-C2F9-47A4-B2D1-402C2EC19CF4}"/>
              </a:ext>
            </a:extLst>
          </p:cNvPr>
          <p:cNvSpPr>
            <a:spLocks noChangeArrowheads="1" noTextEdit="1"/>
          </p:cNvSpPr>
          <p:nvPr>
            <p:ph type="sldImg"/>
          </p:nvPr>
        </p:nvSpPr>
        <p:spPr>
          <a:ln/>
        </p:spPr>
      </p:sp>
      <p:sp>
        <p:nvSpPr>
          <p:cNvPr id="79876" name="Rectangle 3">
            <a:extLst>
              <a:ext uri="{FF2B5EF4-FFF2-40B4-BE49-F238E27FC236}">
                <a16:creationId xmlns:a16="http://schemas.microsoft.com/office/drawing/2014/main" id="{A4B57712-20DD-4E32-8FC4-18D4A57AB8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3285E5D4-A9FB-41B3-BE76-F2B1188D46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67842B1-D095-4CD5-80DF-AFABDD94298F}" type="slidenum">
              <a:rPr lang="en-US" altLang="ru-RU" sz="1200"/>
              <a:pPr/>
              <a:t>9</a:t>
            </a:fld>
            <a:endParaRPr lang="en-US" altLang="ru-RU" sz="1200"/>
          </a:p>
        </p:txBody>
      </p:sp>
      <p:sp>
        <p:nvSpPr>
          <p:cNvPr id="80899" name="Rectangle 2">
            <a:extLst>
              <a:ext uri="{FF2B5EF4-FFF2-40B4-BE49-F238E27FC236}">
                <a16:creationId xmlns:a16="http://schemas.microsoft.com/office/drawing/2014/main" id="{7636DEBE-1715-4549-B539-F7B319439F37}"/>
              </a:ext>
            </a:extLst>
          </p:cNvPr>
          <p:cNvSpPr>
            <a:spLocks noChangeArrowheads="1" noTextEdit="1"/>
          </p:cNvSpPr>
          <p:nvPr>
            <p:ph type="sldImg"/>
          </p:nvPr>
        </p:nvSpPr>
        <p:spPr>
          <a:ln/>
        </p:spPr>
      </p:sp>
      <p:sp>
        <p:nvSpPr>
          <p:cNvPr id="80900" name="Rectangle 3">
            <a:extLst>
              <a:ext uri="{FF2B5EF4-FFF2-40B4-BE49-F238E27FC236}">
                <a16:creationId xmlns:a16="http://schemas.microsoft.com/office/drawing/2014/main" id="{6368ABD1-CD34-473E-8E52-B05BA2F81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89DC2C52-76D9-4E99-B90D-A16C053F89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B97823A-576A-48A3-98EF-A2A373A78C41}" type="slidenum">
              <a:rPr lang="en-US" altLang="ru-RU" sz="1200"/>
              <a:pPr/>
              <a:t>10</a:t>
            </a:fld>
            <a:endParaRPr lang="en-US" altLang="ru-RU" sz="1200"/>
          </a:p>
        </p:txBody>
      </p:sp>
      <p:sp>
        <p:nvSpPr>
          <p:cNvPr id="81923" name="Rectangle 2">
            <a:extLst>
              <a:ext uri="{FF2B5EF4-FFF2-40B4-BE49-F238E27FC236}">
                <a16:creationId xmlns:a16="http://schemas.microsoft.com/office/drawing/2014/main" id="{1AA76A41-C43F-43D7-A3E0-A0CA0B85D61C}"/>
              </a:ext>
            </a:extLst>
          </p:cNvPr>
          <p:cNvSpPr>
            <a:spLocks noChangeArrowheads="1" noTextEdit="1"/>
          </p:cNvSpPr>
          <p:nvPr>
            <p:ph type="sldImg"/>
          </p:nvPr>
        </p:nvSpPr>
        <p:spPr>
          <a:ln/>
        </p:spPr>
      </p:sp>
      <p:sp>
        <p:nvSpPr>
          <p:cNvPr id="81924" name="Rectangle 3">
            <a:extLst>
              <a:ext uri="{FF2B5EF4-FFF2-40B4-BE49-F238E27FC236}">
                <a16:creationId xmlns:a16="http://schemas.microsoft.com/office/drawing/2014/main" id="{02B4DC44-E638-48ED-8C0D-2AF8B87903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7746AABA-5075-447A-9600-FB48B6732A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B102780-90CE-4F7A-B3AA-53CC1C6C3DC7}" type="slidenum">
              <a:rPr lang="en-US" altLang="ru-RU" sz="1200"/>
              <a:pPr/>
              <a:t>11</a:t>
            </a:fld>
            <a:endParaRPr lang="en-US" altLang="ru-RU" sz="1200"/>
          </a:p>
        </p:txBody>
      </p:sp>
      <p:sp>
        <p:nvSpPr>
          <p:cNvPr id="82947" name="Rectangle 2">
            <a:extLst>
              <a:ext uri="{FF2B5EF4-FFF2-40B4-BE49-F238E27FC236}">
                <a16:creationId xmlns:a16="http://schemas.microsoft.com/office/drawing/2014/main" id="{7C79207E-5C1B-4601-9EE6-F8AE792850C2}"/>
              </a:ext>
            </a:extLst>
          </p:cNvPr>
          <p:cNvSpPr>
            <a:spLocks noChangeArrowheads="1" noTextEdit="1"/>
          </p:cNvSpPr>
          <p:nvPr>
            <p:ph type="sldImg"/>
          </p:nvPr>
        </p:nvSpPr>
        <p:spPr>
          <a:ln/>
        </p:spPr>
      </p:sp>
      <p:sp>
        <p:nvSpPr>
          <p:cNvPr id="82948" name="Rectangle 3">
            <a:extLst>
              <a:ext uri="{FF2B5EF4-FFF2-40B4-BE49-F238E27FC236}">
                <a16:creationId xmlns:a16="http://schemas.microsoft.com/office/drawing/2014/main" id="{7915D7A0-DC9B-4F01-86D3-031C719B1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424F5D72-6A87-4FC6-9B84-877B977AF9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B422D81-703C-4D6A-B334-6B0319999535}" type="slidenum">
              <a:rPr lang="en-US" altLang="ru-RU" sz="1200"/>
              <a:pPr/>
              <a:t>12</a:t>
            </a:fld>
            <a:endParaRPr lang="en-US" altLang="ru-RU" sz="1200"/>
          </a:p>
        </p:txBody>
      </p:sp>
      <p:sp>
        <p:nvSpPr>
          <p:cNvPr id="83971" name="Rectangle 2">
            <a:extLst>
              <a:ext uri="{FF2B5EF4-FFF2-40B4-BE49-F238E27FC236}">
                <a16:creationId xmlns:a16="http://schemas.microsoft.com/office/drawing/2014/main" id="{A0328AD4-4FDA-469E-A8F8-1E7AA4170F4F}"/>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B2C18BC2-D825-4E90-BC03-632D082E45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03E8E812-F0B0-4FF4-B7DB-119CD9834A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22299E4-8757-4249-A05D-E7C6A9770C3E}" type="slidenum">
              <a:rPr lang="en-US" altLang="ru-RU" sz="1200"/>
              <a:pPr/>
              <a:t>13</a:t>
            </a:fld>
            <a:endParaRPr lang="en-US" altLang="ru-RU" sz="1200"/>
          </a:p>
        </p:txBody>
      </p:sp>
      <p:sp>
        <p:nvSpPr>
          <p:cNvPr id="84995" name="Rectangle 2">
            <a:extLst>
              <a:ext uri="{FF2B5EF4-FFF2-40B4-BE49-F238E27FC236}">
                <a16:creationId xmlns:a16="http://schemas.microsoft.com/office/drawing/2014/main" id="{0BEE2EF2-152A-4580-ACCD-367DAB6AC048}"/>
              </a:ext>
            </a:extLst>
          </p:cNvPr>
          <p:cNvSpPr>
            <a:spLocks noChangeArrowheads="1" noTextEdit="1"/>
          </p:cNvSpPr>
          <p:nvPr>
            <p:ph type="sldImg"/>
          </p:nvPr>
        </p:nvSpPr>
        <p:spPr>
          <a:ln/>
        </p:spPr>
      </p:sp>
      <p:sp>
        <p:nvSpPr>
          <p:cNvPr id="84996" name="Rectangle 3">
            <a:extLst>
              <a:ext uri="{FF2B5EF4-FFF2-40B4-BE49-F238E27FC236}">
                <a16:creationId xmlns:a16="http://schemas.microsoft.com/office/drawing/2014/main" id="{91DAC412-DECE-436D-9E6D-C2A360090D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1EE78B60-70A5-4C03-879F-EA325C5E46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7C91843-23E1-4713-8941-FD370541E4AD}" type="slidenum">
              <a:rPr lang="en-US" altLang="ru-RU" sz="1200"/>
              <a:pPr/>
              <a:t>14</a:t>
            </a:fld>
            <a:endParaRPr lang="en-US" altLang="ru-RU" sz="1200"/>
          </a:p>
        </p:txBody>
      </p:sp>
      <p:sp>
        <p:nvSpPr>
          <p:cNvPr id="86019" name="Rectangle 2">
            <a:extLst>
              <a:ext uri="{FF2B5EF4-FFF2-40B4-BE49-F238E27FC236}">
                <a16:creationId xmlns:a16="http://schemas.microsoft.com/office/drawing/2014/main" id="{31A78890-768D-4EE1-AC6F-F10F440B2104}"/>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4498B361-49F7-460C-8C0D-A2B811A7E6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A1283F3-7818-48D1-A99E-D83B331D6B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8DC87CE-8B54-410A-B023-2C61C4ED910D}" type="slidenum">
              <a:rPr lang="en-US" altLang="ru-RU" sz="1200"/>
              <a:pPr/>
              <a:t>15</a:t>
            </a:fld>
            <a:endParaRPr lang="en-US" altLang="ru-RU" sz="1200"/>
          </a:p>
        </p:txBody>
      </p:sp>
      <p:sp>
        <p:nvSpPr>
          <p:cNvPr id="87043" name="Rectangle 2">
            <a:extLst>
              <a:ext uri="{FF2B5EF4-FFF2-40B4-BE49-F238E27FC236}">
                <a16:creationId xmlns:a16="http://schemas.microsoft.com/office/drawing/2014/main" id="{DBE53BF9-1972-4073-B8B1-07445A3E2FCC}"/>
              </a:ext>
            </a:extLst>
          </p:cNvPr>
          <p:cNvSpPr>
            <a:spLocks noChangeArrowheads="1" noTextEdit="1"/>
          </p:cNvSpPr>
          <p:nvPr>
            <p:ph type="sldImg"/>
          </p:nvPr>
        </p:nvSpPr>
        <p:spPr>
          <a:ln/>
        </p:spPr>
      </p:sp>
      <p:sp>
        <p:nvSpPr>
          <p:cNvPr id="87044" name="Rectangle 3">
            <a:extLst>
              <a:ext uri="{FF2B5EF4-FFF2-40B4-BE49-F238E27FC236}">
                <a16:creationId xmlns:a16="http://schemas.microsoft.com/office/drawing/2014/main" id="{9A6E07B2-C66A-499B-A199-5C67688169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921A40FB-C2E1-46E3-BC06-3204ADE53F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A550EAD-B2BC-4A0F-952C-994CCC3F3791}" type="slidenum">
              <a:rPr lang="en-US" altLang="ru-RU" sz="1200"/>
              <a:pPr/>
              <a:t>16</a:t>
            </a:fld>
            <a:endParaRPr lang="en-US" altLang="ru-RU" sz="1200"/>
          </a:p>
        </p:txBody>
      </p:sp>
      <p:sp>
        <p:nvSpPr>
          <p:cNvPr id="88067" name="Rectangle 2">
            <a:extLst>
              <a:ext uri="{FF2B5EF4-FFF2-40B4-BE49-F238E27FC236}">
                <a16:creationId xmlns:a16="http://schemas.microsoft.com/office/drawing/2014/main" id="{F63465C4-BD23-4E39-91E0-F00FBFCA76AB}"/>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2575171E-B18E-49A4-A89D-10DA3A0D4D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323F2FA-BA61-4C87-84AF-58C7551FDC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D99B52C-9494-4E0E-A2E0-E981B9E922A1}" type="slidenum">
              <a:rPr lang="en-US" altLang="ru-RU" sz="1200"/>
              <a:pPr/>
              <a:t>17</a:t>
            </a:fld>
            <a:endParaRPr lang="en-US" altLang="ru-RU" sz="1200"/>
          </a:p>
        </p:txBody>
      </p:sp>
      <p:sp>
        <p:nvSpPr>
          <p:cNvPr id="89091" name="Rectangle 2">
            <a:extLst>
              <a:ext uri="{FF2B5EF4-FFF2-40B4-BE49-F238E27FC236}">
                <a16:creationId xmlns:a16="http://schemas.microsoft.com/office/drawing/2014/main" id="{359E6290-CA8A-4E38-BD34-E0FE3C5B6959}"/>
              </a:ext>
            </a:extLst>
          </p:cNvPr>
          <p:cNvSpPr>
            <a:spLocks noChangeArrowheads="1" noTextEdit="1"/>
          </p:cNvSpPr>
          <p:nvPr>
            <p:ph type="sldImg"/>
          </p:nvPr>
        </p:nvSpPr>
        <p:spPr>
          <a:ln/>
        </p:spPr>
      </p:sp>
      <p:sp>
        <p:nvSpPr>
          <p:cNvPr id="89092" name="Rectangle 3">
            <a:extLst>
              <a:ext uri="{FF2B5EF4-FFF2-40B4-BE49-F238E27FC236}">
                <a16:creationId xmlns:a16="http://schemas.microsoft.com/office/drawing/2014/main" id="{B5215F8F-4B2A-4905-9CE2-908C7F6A02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F641B67E-60B8-4542-81FC-AE6C3FA47B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1BF3C38-6CAC-42FA-B2FA-003B124BC3FD}" type="slidenum">
              <a:rPr lang="en-US" altLang="ru-RU" sz="1200"/>
              <a:pPr/>
              <a:t>18</a:t>
            </a:fld>
            <a:endParaRPr lang="en-US" altLang="ru-RU" sz="1200"/>
          </a:p>
        </p:txBody>
      </p:sp>
      <p:sp>
        <p:nvSpPr>
          <p:cNvPr id="90115" name="Rectangle 2">
            <a:extLst>
              <a:ext uri="{FF2B5EF4-FFF2-40B4-BE49-F238E27FC236}">
                <a16:creationId xmlns:a16="http://schemas.microsoft.com/office/drawing/2014/main" id="{97F886FC-1213-4B01-8D9E-C7EC0AA1C7D5}"/>
              </a:ext>
            </a:extLst>
          </p:cNvPr>
          <p:cNvSpPr>
            <a:spLocks noChangeArrowheads="1" noTextEdit="1"/>
          </p:cNvSpPr>
          <p:nvPr>
            <p:ph type="sldImg"/>
          </p:nvPr>
        </p:nvSpPr>
        <p:spPr>
          <a:ln/>
        </p:spPr>
      </p:sp>
      <p:sp>
        <p:nvSpPr>
          <p:cNvPr id="90116" name="Rectangle 3">
            <a:extLst>
              <a:ext uri="{FF2B5EF4-FFF2-40B4-BE49-F238E27FC236}">
                <a16:creationId xmlns:a16="http://schemas.microsoft.com/office/drawing/2014/main" id="{824B18D3-1E21-4A60-B422-0C9F7F6121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A29E8F52-6609-4153-8D1D-7923525FDC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322835C-9EC7-45FA-819C-149EABE2A044}" type="slidenum">
              <a:rPr lang="en-US" altLang="ru-RU" sz="1200"/>
              <a:pPr/>
              <a:t>19</a:t>
            </a:fld>
            <a:endParaRPr lang="en-US" altLang="ru-RU" sz="1200"/>
          </a:p>
        </p:txBody>
      </p:sp>
      <p:sp>
        <p:nvSpPr>
          <p:cNvPr id="91139" name="Rectangle 2">
            <a:extLst>
              <a:ext uri="{FF2B5EF4-FFF2-40B4-BE49-F238E27FC236}">
                <a16:creationId xmlns:a16="http://schemas.microsoft.com/office/drawing/2014/main" id="{53087C70-AADD-4D55-8224-EFCC46976026}"/>
              </a:ext>
            </a:extLst>
          </p:cNvPr>
          <p:cNvSpPr>
            <a:spLocks noChangeArrowheads="1" noTextEdit="1"/>
          </p:cNvSpPr>
          <p:nvPr>
            <p:ph type="sldImg"/>
          </p:nvPr>
        </p:nvSpPr>
        <p:spPr>
          <a:ln/>
        </p:spPr>
      </p:sp>
      <p:sp>
        <p:nvSpPr>
          <p:cNvPr id="91140" name="Rectangle 3">
            <a:extLst>
              <a:ext uri="{FF2B5EF4-FFF2-40B4-BE49-F238E27FC236}">
                <a16:creationId xmlns:a16="http://schemas.microsoft.com/office/drawing/2014/main" id="{89523394-BE17-4F9C-8242-73A41CF42D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9ECA6343-B4D0-41F0-874F-A16643D172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BA8E2DF-9E2D-4E4A-B398-3C2483DDAA06}" type="slidenum">
              <a:rPr lang="en-US" altLang="ru-RU" sz="1200"/>
              <a:pPr/>
              <a:t>20</a:t>
            </a:fld>
            <a:endParaRPr lang="en-US" altLang="ru-RU" sz="1200"/>
          </a:p>
        </p:txBody>
      </p:sp>
      <p:sp>
        <p:nvSpPr>
          <p:cNvPr id="92163" name="Rectangle 2">
            <a:extLst>
              <a:ext uri="{FF2B5EF4-FFF2-40B4-BE49-F238E27FC236}">
                <a16:creationId xmlns:a16="http://schemas.microsoft.com/office/drawing/2014/main" id="{84875431-DF89-4540-B516-366B93C0B62F}"/>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D9599D7B-A0A2-4EF4-BEFA-47D5D324E8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DEE8BF30-397D-48BA-B34E-282D31DCAC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5C25E0B-5972-406C-9619-60E1C2BCD812}" type="slidenum">
              <a:rPr lang="en-US" altLang="ru-RU" sz="1200"/>
              <a:pPr/>
              <a:t>21</a:t>
            </a:fld>
            <a:endParaRPr lang="en-US" altLang="ru-RU" sz="1200"/>
          </a:p>
        </p:txBody>
      </p:sp>
      <p:sp>
        <p:nvSpPr>
          <p:cNvPr id="93187" name="Rectangle 2">
            <a:extLst>
              <a:ext uri="{FF2B5EF4-FFF2-40B4-BE49-F238E27FC236}">
                <a16:creationId xmlns:a16="http://schemas.microsoft.com/office/drawing/2014/main" id="{78EA46E1-F5B0-41F0-87C1-AFC22E5C94C1}"/>
              </a:ext>
            </a:extLst>
          </p:cNvPr>
          <p:cNvSpPr>
            <a:spLocks noChangeArrowheads="1" noTextEdit="1"/>
          </p:cNvSpPr>
          <p:nvPr>
            <p:ph type="sldImg"/>
          </p:nvPr>
        </p:nvSpPr>
        <p:spPr>
          <a:ln/>
        </p:spPr>
      </p:sp>
      <p:sp>
        <p:nvSpPr>
          <p:cNvPr id="93188" name="Rectangle 3">
            <a:extLst>
              <a:ext uri="{FF2B5EF4-FFF2-40B4-BE49-F238E27FC236}">
                <a16:creationId xmlns:a16="http://schemas.microsoft.com/office/drawing/2014/main" id="{A0376C30-5882-4DC4-B761-3BCC8F0A01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CE68FF95-5D3E-4550-BBB8-FD7C1F3FD5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73D79FA-592E-4D71-88CE-E451836D82E7}" type="slidenum">
              <a:rPr lang="en-US" altLang="ru-RU" sz="1200"/>
              <a:pPr/>
              <a:t>22</a:t>
            </a:fld>
            <a:endParaRPr lang="en-US" altLang="ru-RU" sz="1200"/>
          </a:p>
        </p:txBody>
      </p:sp>
      <p:sp>
        <p:nvSpPr>
          <p:cNvPr id="94211" name="Rectangle 2">
            <a:extLst>
              <a:ext uri="{FF2B5EF4-FFF2-40B4-BE49-F238E27FC236}">
                <a16:creationId xmlns:a16="http://schemas.microsoft.com/office/drawing/2014/main" id="{4418A226-037F-4D85-8A2D-3C23C9D85A2E}"/>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FAA1829C-41F2-4207-89B4-B012947A4D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992FF68D-7C39-40F3-A5AF-66E18F081A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89B305A-FC6C-4946-897F-10B980DA3B97}" type="slidenum">
              <a:rPr lang="en-US" altLang="ru-RU" sz="1200"/>
              <a:pPr/>
              <a:t>23</a:t>
            </a:fld>
            <a:endParaRPr lang="en-US" altLang="ru-RU" sz="1200"/>
          </a:p>
        </p:txBody>
      </p:sp>
      <p:sp>
        <p:nvSpPr>
          <p:cNvPr id="95235" name="Rectangle 2">
            <a:extLst>
              <a:ext uri="{FF2B5EF4-FFF2-40B4-BE49-F238E27FC236}">
                <a16:creationId xmlns:a16="http://schemas.microsoft.com/office/drawing/2014/main" id="{377770B7-3BD2-4F2D-8978-37AA2428B6B0}"/>
              </a:ext>
            </a:extLst>
          </p:cNvPr>
          <p:cNvSpPr>
            <a:spLocks noChangeArrowheads="1" noTextEdit="1"/>
          </p:cNvSpPr>
          <p:nvPr>
            <p:ph type="sldImg"/>
          </p:nvPr>
        </p:nvSpPr>
        <p:spPr>
          <a:ln/>
        </p:spPr>
      </p:sp>
      <p:sp>
        <p:nvSpPr>
          <p:cNvPr id="95236" name="Rectangle 3">
            <a:extLst>
              <a:ext uri="{FF2B5EF4-FFF2-40B4-BE49-F238E27FC236}">
                <a16:creationId xmlns:a16="http://schemas.microsoft.com/office/drawing/2014/main" id="{36DAEEF2-A718-4FB1-A9E5-7508E93E40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C643E265-76F8-4231-A7E5-3898F319DB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FCC1E3A-3652-4B08-8ED9-15CC2BA4D7A3}" type="slidenum">
              <a:rPr lang="en-US" altLang="ru-RU" sz="1200"/>
              <a:pPr/>
              <a:t>24</a:t>
            </a:fld>
            <a:endParaRPr lang="en-US" altLang="ru-RU" sz="1200"/>
          </a:p>
        </p:txBody>
      </p:sp>
      <p:sp>
        <p:nvSpPr>
          <p:cNvPr id="96259" name="Rectangle 2">
            <a:extLst>
              <a:ext uri="{FF2B5EF4-FFF2-40B4-BE49-F238E27FC236}">
                <a16:creationId xmlns:a16="http://schemas.microsoft.com/office/drawing/2014/main" id="{32FE0CE8-FC6E-42A1-B4B9-2451F71811EA}"/>
              </a:ext>
            </a:extLst>
          </p:cNvPr>
          <p:cNvSpPr>
            <a:spLocks noChangeArrowheads="1" noTextEdit="1"/>
          </p:cNvSpPr>
          <p:nvPr>
            <p:ph type="sldImg"/>
          </p:nvPr>
        </p:nvSpPr>
        <p:spPr>
          <a:ln/>
        </p:spPr>
      </p:sp>
      <p:sp>
        <p:nvSpPr>
          <p:cNvPr id="96260" name="Rectangle 3">
            <a:extLst>
              <a:ext uri="{FF2B5EF4-FFF2-40B4-BE49-F238E27FC236}">
                <a16:creationId xmlns:a16="http://schemas.microsoft.com/office/drawing/2014/main" id="{EE170BBF-3A6C-4015-8465-C149C7C4C7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7CACAE92-AE82-46E3-9F70-7A6AF92A50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F97A37D-0D1D-44AA-B0FE-CAC46813F113}" type="slidenum">
              <a:rPr lang="en-US" altLang="ru-RU" sz="1200"/>
              <a:pPr/>
              <a:t>25</a:t>
            </a:fld>
            <a:endParaRPr lang="en-US" altLang="ru-RU" sz="1200"/>
          </a:p>
        </p:txBody>
      </p:sp>
      <p:sp>
        <p:nvSpPr>
          <p:cNvPr id="97283" name="Rectangle 2">
            <a:extLst>
              <a:ext uri="{FF2B5EF4-FFF2-40B4-BE49-F238E27FC236}">
                <a16:creationId xmlns:a16="http://schemas.microsoft.com/office/drawing/2014/main" id="{11A49BCC-9E19-4568-8256-79BA0DCEA938}"/>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C8136121-C8C3-447E-9C41-B2F6FB8301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26426F0F-9B6A-468E-A226-918C35A652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AA2CC64-42A2-4E37-8E41-0E6C154C8BFA}" type="slidenum">
              <a:rPr lang="en-US" altLang="ru-RU" sz="1200"/>
              <a:pPr/>
              <a:t>26</a:t>
            </a:fld>
            <a:endParaRPr lang="en-US" altLang="ru-RU" sz="1200"/>
          </a:p>
        </p:txBody>
      </p:sp>
      <p:sp>
        <p:nvSpPr>
          <p:cNvPr id="98307" name="Rectangle 2">
            <a:extLst>
              <a:ext uri="{FF2B5EF4-FFF2-40B4-BE49-F238E27FC236}">
                <a16:creationId xmlns:a16="http://schemas.microsoft.com/office/drawing/2014/main" id="{FCE802B9-554B-49B8-80C5-7614E2CBF2CD}"/>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8EF4833C-82C6-44BB-BE58-1363082B5C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1A0B72E8-8D5C-49B4-A6AB-0E376EE7DC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B965053-75B3-424D-91E4-F941DB3CDDE3}" type="slidenum">
              <a:rPr lang="en-US" altLang="ru-RU" sz="1200"/>
              <a:pPr/>
              <a:t>27</a:t>
            </a:fld>
            <a:endParaRPr lang="en-US" altLang="ru-RU" sz="1200"/>
          </a:p>
        </p:txBody>
      </p:sp>
      <p:sp>
        <p:nvSpPr>
          <p:cNvPr id="99331" name="Rectangle 2">
            <a:extLst>
              <a:ext uri="{FF2B5EF4-FFF2-40B4-BE49-F238E27FC236}">
                <a16:creationId xmlns:a16="http://schemas.microsoft.com/office/drawing/2014/main" id="{E8E0AC22-9D10-41BC-B338-81A8861793B8}"/>
              </a:ext>
            </a:extLst>
          </p:cNvPr>
          <p:cNvSpPr>
            <a:spLocks noChangeArrowheads="1" noTextEdit="1"/>
          </p:cNvSpPr>
          <p:nvPr>
            <p:ph type="sldImg"/>
          </p:nvPr>
        </p:nvSpPr>
        <p:spPr>
          <a:ln/>
        </p:spPr>
      </p:sp>
      <p:sp>
        <p:nvSpPr>
          <p:cNvPr id="99332" name="Rectangle 3">
            <a:extLst>
              <a:ext uri="{FF2B5EF4-FFF2-40B4-BE49-F238E27FC236}">
                <a16:creationId xmlns:a16="http://schemas.microsoft.com/office/drawing/2014/main" id="{31F23B17-C917-4BF5-8E36-DA50F2A88C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9D7E1A20-FB23-4969-8589-E5F734460F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3AF6731-5C4E-4880-99CF-EF9D77D198C3}" type="slidenum">
              <a:rPr lang="en-US" altLang="ru-RU" sz="1200"/>
              <a:pPr/>
              <a:t>28</a:t>
            </a:fld>
            <a:endParaRPr lang="en-US" altLang="ru-RU" sz="1200"/>
          </a:p>
        </p:txBody>
      </p:sp>
      <p:sp>
        <p:nvSpPr>
          <p:cNvPr id="100355" name="Rectangle 2">
            <a:extLst>
              <a:ext uri="{FF2B5EF4-FFF2-40B4-BE49-F238E27FC236}">
                <a16:creationId xmlns:a16="http://schemas.microsoft.com/office/drawing/2014/main" id="{AD34DAFA-C4DD-4831-B16C-B83599741E87}"/>
              </a:ext>
            </a:extLst>
          </p:cNvPr>
          <p:cNvSpPr>
            <a:spLocks noChangeArrowheads="1" noTextEdit="1"/>
          </p:cNvSpPr>
          <p:nvPr>
            <p:ph type="sldImg"/>
          </p:nvPr>
        </p:nvSpPr>
        <p:spPr>
          <a:ln/>
        </p:spPr>
      </p:sp>
      <p:sp>
        <p:nvSpPr>
          <p:cNvPr id="100356" name="Rectangle 3">
            <a:extLst>
              <a:ext uri="{FF2B5EF4-FFF2-40B4-BE49-F238E27FC236}">
                <a16:creationId xmlns:a16="http://schemas.microsoft.com/office/drawing/2014/main" id="{609D5840-54B0-4236-B1B0-1B15D97566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285690CE-D665-437F-AC8C-FE7BC2F48F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680A426-6FFB-4DC1-8FCB-8878113ACFE3}" type="slidenum">
              <a:rPr lang="en-US" altLang="ru-RU" sz="1200"/>
              <a:pPr/>
              <a:t>29</a:t>
            </a:fld>
            <a:endParaRPr lang="en-US" altLang="ru-RU" sz="1200"/>
          </a:p>
        </p:txBody>
      </p:sp>
      <p:sp>
        <p:nvSpPr>
          <p:cNvPr id="101379" name="Rectangle 2">
            <a:extLst>
              <a:ext uri="{FF2B5EF4-FFF2-40B4-BE49-F238E27FC236}">
                <a16:creationId xmlns:a16="http://schemas.microsoft.com/office/drawing/2014/main" id="{3C8AD836-F3E6-4AFB-B012-30B47FA45AD2}"/>
              </a:ext>
            </a:extLst>
          </p:cNvPr>
          <p:cNvSpPr>
            <a:spLocks noChangeArrowheads="1" noTextEdit="1"/>
          </p:cNvSpPr>
          <p:nvPr>
            <p:ph type="sldImg"/>
          </p:nvPr>
        </p:nvSpPr>
        <p:spPr>
          <a:ln/>
        </p:spPr>
      </p:sp>
      <p:sp>
        <p:nvSpPr>
          <p:cNvPr id="101380" name="Rectangle 3">
            <a:extLst>
              <a:ext uri="{FF2B5EF4-FFF2-40B4-BE49-F238E27FC236}">
                <a16:creationId xmlns:a16="http://schemas.microsoft.com/office/drawing/2014/main" id="{5A9B0946-F781-4D4A-AD8E-47E1C743B7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CD39240A-E2A1-43AC-8BB0-B36E25B716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C768FA8-ED41-45C4-A854-27170F5F0D6B}" type="slidenum">
              <a:rPr lang="en-US" altLang="ru-RU" sz="1200"/>
              <a:pPr/>
              <a:t>30</a:t>
            </a:fld>
            <a:endParaRPr lang="en-US" altLang="ru-RU" sz="1200"/>
          </a:p>
        </p:txBody>
      </p:sp>
      <p:sp>
        <p:nvSpPr>
          <p:cNvPr id="102403" name="Rectangle 2">
            <a:extLst>
              <a:ext uri="{FF2B5EF4-FFF2-40B4-BE49-F238E27FC236}">
                <a16:creationId xmlns:a16="http://schemas.microsoft.com/office/drawing/2014/main" id="{51F65CB2-A329-4F47-B3D6-1CCE3A6D7F80}"/>
              </a:ext>
            </a:extLst>
          </p:cNvPr>
          <p:cNvSpPr>
            <a:spLocks noChangeArrowheads="1" noTextEdit="1"/>
          </p:cNvSpPr>
          <p:nvPr>
            <p:ph type="sldImg"/>
          </p:nvPr>
        </p:nvSpPr>
        <p:spPr>
          <a:ln/>
        </p:spPr>
      </p:sp>
      <p:sp>
        <p:nvSpPr>
          <p:cNvPr id="102404" name="Rectangle 3">
            <a:extLst>
              <a:ext uri="{FF2B5EF4-FFF2-40B4-BE49-F238E27FC236}">
                <a16:creationId xmlns:a16="http://schemas.microsoft.com/office/drawing/2014/main" id="{8EAB1285-F89F-4E5B-9BFE-FD9EDF9F26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57F644DE-A085-41C6-B1DC-E0C3937CBA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C7A1B2A-BA38-4C0E-A344-D6C0F73ECC57}" type="slidenum">
              <a:rPr lang="en-US" altLang="ru-RU" sz="1200"/>
              <a:pPr/>
              <a:t>31</a:t>
            </a:fld>
            <a:endParaRPr lang="en-US" altLang="ru-RU" sz="1200"/>
          </a:p>
        </p:txBody>
      </p:sp>
      <p:sp>
        <p:nvSpPr>
          <p:cNvPr id="103427" name="Rectangle 2">
            <a:extLst>
              <a:ext uri="{FF2B5EF4-FFF2-40B4-BE49-F238E27FC236}">
                <a16:creationId xmlns:a16="http://schemas.microsoft.com/office/drawing/2014/main" id="{5FFA5E31-2F5C-4BC9-B5BB-6C8D6CF304AF}"/>
              </a:ext>
            </a:extLst>
          </p:cNvPr>
          <p:cNvSpPr>
            <a:spLocks noChangeArrowheads="1" noTextEdit="1"/>
          </p:cNvSpPr>
          <p:nvPr>
            <p:ph type="sldImg"/>
          </p:nvPr>
        </p:nvSpPr>
        <p:spPr>
          <a:ln/>
        </p:spPr>
      </p:sp>
      <p:sp>
        <p:nvSpPr>
          <p:cNvPr id="103428" name="Rectangle 3">
            <a:extLst>
              <a:ext uri="{FF2B5EF4-FFF2-40B4-BE49-F238E27FC236}">
                <a16:creationId xmlns:a16="http://schemas.microsoft.com/office/drawing/2014/main" id="{9C886B59-2787-4F1E-93A7-AB56C062E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123A11E8-1939-4192-817D-BD856F087C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5B4055C-2D6C-48E8-8D93-E8D4E78FF5D6}" type="slidenum">
              <a:rPr lang="en-US" altLang="ru-RU" sz="1200"/>
              <a:pPr/>
              <a:t>32</a:t>
            </a:fld>
            <a:endParaRPr lang="en-US" altLang="ru-RU" sz="1200"/>
          </a:p>
        </p:txBody>
      </p:sp>
      <p:sp>
        <p:nvSpPr>
          <p:cNvPr id="104451" name="Rectangle 2">
            <a:extLst>
              <a:ext uri="{FF2B5EF4-FFF2-40B4-BE49-F238E27FC236}">
                <a16:creationId xmlns:a16="http://schemas.microsoft.com/office/drawing/2014/main" id="{A7DBD7AD-F29B-417D-80A4-CF79E945D2C5}"/>
              </a:ext>
            </a:extLst>
          </p:cNvPr>
          <p:cNvSpPr>
            <a:spLocks noChangeArrowheads="1" noTextEdit="1"/>
          </p:cNvSpPr>
          <p:nvPr>
            <p:ph type="sldImg"/>
          </p:nvPr>
        </p:nvSpPr>
        <p:spPr>
          <a:ln/>
        </p:spPr>
      </p:sp>
      <p:sp>
        <p:nvSpPr>
          <p:cNvPr id="104452" name="Rectangle 3">
            <a:extLst>
              <a:ext uri="{FF2B5EF4-FFF2-40B4-BE49-F238E27FC236}">
                <a16:creationId xmlns:a16="http://schemas.microsoft.com/office/drawing/2014/main" id="{1BE977B3-E692-4545-8CA4-6AB1E67097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5D39802C-98F2-4F49-9193-A8C9388F34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1FCCEA5-F68D-4942-B795-2B3FC7C8E433}" type="slidenum">
              <a:rPr lang="en-US" altLang="ru-RU" sz="1200"/>
              <a:pPr/>
              <a:t>33</a:t>
            </a:fld>
            <a:endParaRPr lang="en-US" altLang="ru-RU" sz="1200"/>
          </a:p>
        </p:txBody>
      </p:sp>
      <p:sp>
        <p:nvSpPr>
          <p:cNvPr id="105475" name="Rectangle 2">
            <a:extLst>
              <a:ext uri="{FF2B5EF4-FFF2-40B4-BE49-F238E27FC236}">
                <a16:creationId xmlns:a16="http://schemas.microsoft.com/office/drawing/2014/main" id="{4206140E-257B-4729-8F1B-9462B3784E22}"/>
              </a:ext>
            </a:extLst>
          </p:cNvPr>
          <p:cNvSpPr>
            <a:spLocks noChangeArrowheads="1" noTextEdit="1"/>
          </p:cNvSpPr>
          <p:nvPr>
            <p:ph type="sldImg"/>
          </p:nvPr>
        </p:nvSpPr>
        <p:spPr>
          <a:ln/>
        </p:spPr>
      </p:sp>
      <p:sp>
        <p:nvSpPr>
          <p:cNvPr id="105476" name="Rectangle 3">
            <a:extLst>
              <a:ext uri="{FF2B5EF4-FFF2-40B4-BE49-F238E27FC236}">
                <a16:creationId xmlns:a16="http://schemas.microsoft.com/office/drawing/2014/main" id="{86633E73-DBD4-46E0-BA9F-0B0119E1D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DC26A029-0558-421A-8946-265EB8EE91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726460C-36F1-447D-B08B-082FDA2E4C52}" type="slidenum">
              <a:rPr lang="en-US" altLang="ru-RU" sz="1200"/>
              <a:pPr/>
              <a:t>34</a:t>
            </a:fld>
            <a:endParaRPr lang="en-US" altLang="ru-RU" sz="1200"/>
          </a:p>
        </p:txBody>
      </p:sp>
      <p:sp>
        <p:nvSpPr>
          <p:cNvPr id="106499" name="Rectangle 2">
            <a:extLst>
              <a:ext uri="{FF2B5EF4-FFF2-40B4-BE49-F238E27FC236}">
                <a16:creationId xmlns:a16="http://schemas.microsoft.com/office/drawing/2014/main" id="{C416D3B3-E6C3-4E6E-8C4B-3D1BADBBB426}"/>
              </a:ext>
            </a:extLst>
          </p:cNvPr>
          <p:cNvSpPr>
            <a:spLocks noChangeArrowheads="1" noTextEdit="1"/>
          </p:cNvSpPr>
          <p:nvPr>
            <p:ph type="sldImg"/>
          </p:nvPr>
        </p:nvSpPr>
        <p:spPr>
          <a:ln/>
        </p:spPr>
      </p:sp>
      <p:sp>
        <p:nvSpPr>
          <p:cNvPr id="106500" name="Rectangle 3">
            <a:extLst>
              <a:ext uri="{FF2B5EF4-FFF2-40B4-BE49-F238E27FC236}">
                <a16:creationId xmlns:a16="http://schemas.microsoft.com/office/drawing/2014/main" id="{EE11963E-9DE3-4763-BEC7-96CD32CC04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5E46E9C5-204C-40EF-B742-2B66596291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2CA65C8-D388-41F9-B227-39D96BFE0F54}" type="slidenum">
              <a:rPr lang="en-US" altLang="ru-RU" sz="1200"/>
              <a:pPr/>
              <a:t>35</a:t>
            </a:fld>
            <a:endParaRPr lang="en-US" altLang="ru-RU" sz="1200"/>
          </a:p>
        </p:txBody>
      </p:sp>
      <p:sp>
        <p:nvSpPr>
          <p:cNvPr id="107523" name="Rectangle 2">
            <a:extLst>
              <a:ext uri="{FF2B5EF4-FFF2-40B4-BE49-F238E27FC236}">
                <a16:creationId xmlns:a16="http://schemas.microsoft.com/office/drawing/2014/main" id="{DE811C1B-328C-4D7B-8438-CECC885EB187}"/>
              </a:ext>
            </a:extLst>
          </p:cNvPr>
          <p:cNvSpPr>
            <a:spLocks noChangeArrowheads="1" noTextEdit="1"/>
          </p:cNvSpPr>
          <p:nvPr>
            <p:ph type="sldImg"/>
          </p:nvPr>
        </p:nvSpPr>
        <p:spPr>
          <a:ln/>
        </p:spPr>
      </p:sp>
      <p:sp>
        <p:nvSpPr>
          <p:cNvPr id="107524" name="Rectangle 3">
            <a:extLst>
              <a:ext uri="{FF2B5EF4-FFF2-40B4-BE49-F238E27FC236}">
                <a16:creationId xmlns:a16="http://schemas.microsoft.com/office/drawing/2014/main" id="{D26F7BBF-56B5-4712-8A8C-4C30F8BE10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6BB6E55-7BA3-4B1F-9451-2F0D2B7C1F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160DB60-822D-4FCF-93C0-A3B07D65F561}" type="slidenum">
              <a:rPr lang="en-US" altLang="ru-RU" sz="1200"/>
              <a:pPr/>
              <a:t>36</a:t>
            </a:fld>
            <a:endParaRPr lang="en-US" altLang="ru-RU" sz="1200"/>
          </a:p>
        </p:txBody>
      </p:sp>
      <p:sp>
        <p:nvSpPr>
          <p:cNvPr id="108547" name="Rectangle 2">
            <a:extLst>
              <a:ext uri="{FF2B5EF4-FFF2-40B4-BE49-F238E27FC236}">
                <a16:creationId xmlns:a16="http://schemas.microsoft.com/office/drawing/2014/main" id="{E1AE5DFB-CF2A-4492-AB26-FD847296F652}"/>
              </a:ext>
            </a:extLst>
          </p:cNvPr>
          <p:cNvSpPr>
            <a:spLocks noChangeArrowheads="1" noTextEdit="1"/>
          </p:cNvSpPr>
          <p:nvPr>
            <p:ph type="sldImg"/>
          </p:nvPr>
        </p:nvSpPr>
        <p:spPr>
          <a:ln/>
        </p:spPr>
      </p:sp>
      <p:sp>
        <p:nvSpPr>
          <p:cNvPr id="108548" name="Rectangle 3">
            <a:extLst>
              <a:ext uri="{FF2B5EF4-FFF2-40B4-BE49-F238E27FC236}">
                <a16:creationId xmlns:a16="http://schemas.microsoft.com/office/drawing/2014/main" id="{1801BE98-6AD4-4008-AD57-A11E0FC4CF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8C7126F2-A7C0-4B63-8872-36E32C2B98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CDFC786-6F2D-4F98-94FF-2E33C25B0216}" type="slidenum">
              <a:rPr lang="en-US" altLang="ru-RU" sz="1200"/>
              <a:pPr/>
              <a:t>37</a:t>
            </a:fld>
            <a:endParaRPr lang="en-US" altLang="ru-RU" sz="1200"/>
          </a:p>
        </p:txBody>
      </p:sp>
      <p:sp>
        <p:nvSpPr>
          <p:cNvPr id="109571" name="Rectangle 2">
            <a:extLst>
              <a:ext uri="{FF2B5EF4-FFF2-40B4-BE49-F238E27FC236}">
                <a16:creationId xmlns:a16="http://schemas.microsoft.com/office/drawing/2014/main" id="{02C70A8F-0021-4F4C-B3B2-4707F6F9709E}"/>
              </a:ext>
            </a:extLst>
          </p:cNvPr>
          <p:cNvSpPr>
            <a:spLocks noChangeArrowheads="1" noTextEdit="1"/>
          </p:cNvSpPr>
          <p:nvPr>
            <p:ph type="sldImg"/>
          </p:nvPr>
        </p:nvSpPr>
        <p:spPr>
          <a:ln/>
        </p:spPr>
      </p:sp>
      <p:sp>
        <p:nvSpPr>
          <p:cNvPr id="109572" name="Rectangle 3">
            <a:extLst>
              <a:ext uri="{FF2B5EF4-FFF2-40B4-BE49-F238E27FC236}">
                <a16:creationId xmlns:a16="http://schemas.microsoft.com/office/drawing/2014/main" id="{D87EF65F-6D8F-4631-8DDE-A9334C9760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A8B4D2EF-6CC4-4AFE-9B77-798A5171C3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FF13FAB-7745-4764-A0DD-914C28BF818A}" type="slidenum">
              <a:rPr lang="en-US" altLang="ru-RU" sz="1200"/>
              <a:pPr/>
              <a:t>38</a:t>
            </a:fld>
            <a:endParaRPr lang="en-US" altLang="ru-RU" sz="1200"/>
          </a:p>
        </p:txBody>
      </p:sp>
      <p:sp>
        <p:nvSpPr>
          <p:cNvPr id="110595" name="Rectangle 2">
            <a:extLst>
              <a:ext uri="{FF2B5EF4-FFF2-40B4-BE49-F238E27FC236}">
                <a16:creationId xmlns:a16="http://schemas.microsoft.com/office/drawing/2014/main" id="{1ABD66F6-E1E7-4350-8A3C-A4F91C932D5E}"/>
              </a:ext>
            </a:extLst>
          </p:cNvPr>
          <p:cNvSpPr>
            <a:spLocks noChangeArrowheads="1" noTextEdit="1"/>
          </p:cNvSpPr>
          <p:nvPr>
            <p:ph type="sldImg"/>
          </p:nvPr>
        </p:nvSpPr>
        <p:spPr>
          <a:ln/>
        </p:spPr>
      </p:sp>
      <p:sp>
        <p:nvSpPr>
          <p:cNvPr id="110596" name="Rectangle 3">
            <a:extLst>
              <a:ext uri="{FF2B5EF4-FFF2-40B4-BE49-F238E27FC236}">
                <a16:creationId xmlns:a16="http://schemas.microsoft.com/office/drawing/2014/main" id="{DAEE03A3-A313-461D-9B7B-AC0362EE35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B53A2C7D-16D2-40D2-AA70-919102D156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6CB203B-C5AA-40A5-AF73-1F8330F13264}" type="slidenum">
              <a:rPr lang="en-US" altLang="ru-RU" sz="1200"/>
              <a:pPr/>
              <a:t>39</a:t>
            </a:fld>
            <a:endParaRPr lang="en-US" altLang="ru-RU" sz="1200"/>
          </a:p>
        </p:txBody>
      </p:sp>
      <p:sp>
        <p:nvSpPr>
          <p:cNvPr id="111619" name="Rectangle 2">
            <a:extLst>
              <a:ext uri="{FF2B5EF4-FFF2-40B4-BE49-F238E27FC236}">
                <a16:creationId xmlns:a16="http://schemas.microsoft.com/office/drawing/2014/main" id="{5C1C5EB1-88C2-47F1-8BB3-DD7E30A1E65F}"/>
              </a:ext>
            </a:extLst>
          </p:cNvPr>
          <p:cNvSpPr>
            <a:spLocks noChangeArrowheads="1" noTextEdit="1"/>
          </p:cNvSpPr>
          <p:nvPr>
            <p:ph type="sldImg"/>
          </p:nvPr>
        </p:nvSpPr>
        <p:spPr>
          <a:ln/>
        </p:spPr>
      </p:sp>
      <p:sp>
        <p:nvSpPr>
          <p:cNvPr id="111620" name="Rectangle 3">
            <a:extLst>
              <a:ext uri="{FF2B5EF4-FFF2-40B4-BE49-F238E27FC236}">
                <a16:creationId xmlns:a16="http://schemas.microsoft.com/office/drawing/2014/main" id="{3ABBDB58-71AB-4B40-939A-445A8027A5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BEB51FA7-CC95-40AC-A82C-F6AB4C24C2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BA0EC33-8136-4287-9700-F71A321B36A4}" type="slidenum">
              <a:rPr lang="en-US" altLang="ru-RU" sz="1200"/>
              <a:pPr/>
              <a:t>40</a:t>
            </a:fld>
            <a:endParaRPr lang="en-US" altLang="ru-RU" sz="1200"/>
          </a:p>
        </p:txBody>
      </p:sp>
      <p:sp>
        <p:nvSpPr>
          <p:cNvPr id="112643" name="Rectangle 2">
            <a:extLst>
              <a:ext uri="{FF2B5EF4-FFF2-40B4-BE49-F238E27FC236}">
                <a16:creationId xmlns:a16="http://schemas.microsoft.com/office/drawing/2014/main" id="{D5DB8EED-C67F-4814-962E-3A5436434C22}"/>
              </a:ext>
            </a:extLst>
          </p:cNvPr>
          <p:cNvSpPr>
            <a:spLocks noChangeArrowheads="1" noTextEdit="1"/>
          </p:cNvSpPr>
          <p:nvPr>
            <p:ph type="sldImg"/>
          </p:nvPr>
        </p:nvSpPr>
        <p:spPr>
          <a:ln/>
        </p:spPr>
      </p:sp>
      <p:sp>
        <p:nvSpPr>
          <p:cNvPr id="112644" name="Rectangle 3">
            <a:extLst>
              <a:ext uri="{FF2B5EF4-FFF2-40B4-BE49-F238E27FC236}">
                <a16:creationId xmlns:a16="http://schemas.microsoft.com/office/drawing/2014/main" id="{12CACAA2-835C-4A44-A973-BC4B20B0B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20A51BBE-04A1-430E-B957-C5672EA74E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6FA93E8-5063-4DBB-A45C-383C2DBE42AD}" type="slidenum">
              <a:rPr lang="en-US" altLang="ru-RU" sz="1200"/>
              <a:pPr/>
              <a:t>41</a:t>
            </a:fld>
            <a:endParaRPr lang="en-US" altLang="ru-RU" sz="1200"/>
          </a:p>
        </p:txBody>
      </p:sp>
      <p:sp>
        <p:nvSpPr>
          <p:cNvPr id="113667" name="Rectangle 2">
            <a:extLst>
              <a:ext uri="{FF2B5EF4-FFF2-40B4-BE49-F238E27FC236}">
                <a16:creationId xmlns:a16="http://schemas.microsoft.com/office/drawing/2014/main" id="{8931485B-DD73-4DC9-A70A-591D4F121D12}"/>
              </a:ext>
            </a:extLst>
          </p:cNvPr>
          <p:cNvSpPr>
            <a:spLocks noChangeArrowheads="1" noTextEdit="1"/>
          </p:cNvSpPr>
          <p:nvPr>
            <p:ph type="sldImg"/>
          </p:nvPr>
        </p:nvSpPr>
        <p:spPr>
          <a:ln/>
        </p:spPr>
      </p:sp>
      <p:sp>
        <p:nvSpPr>
          <p:cNvPr id="113668" name="Rectangle 3">
            <a:extLst>
              <a:ext uri="{FF2B5EF4-FFF2-40B4-BE49-F238E27FC236}">
                <a16:creationId xmlns:a16="http://schemas.microsoft.com/office/drawing/2014/main" id="{67EAF260-08E7-4BA1-A00C-477AA02947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FD2829CE-CB55-403C-8E84-01C86F6D33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ACF6300-5C75-4A6E-9E69-1ED3EFB41F4D}" type="slidenum">
              <a:rPr lang="en-US" altLang="ru-RU" sz="1200"/>
              <a:pPr/>
              <a:t>42</a:t>
            </a:fld>
            <a:endParaRPr lang="en-US" altLang="ru-RU" sz="1200"/>
          </a:p>
        </p:txBody>
      </p:sp>
      <p:sp>
        <p:nvSpPr>
          <p:cNvPr id="114691" name="Rectangle 2">
            <a:extLst>
              <a:ext uri="{FF2B5EF4-FFF2-40B4-BE49-F238E27FC236}">
                <a16:creationId xmlns:a16="http://schemas.microsoft.com/office/drawing/2014/main" id="{D22870D3-2A79-49F1-974A-603774290D13}"/>
              </a:ext>
            </a:extLst>
          </p:cNvPr>
          <p:cNvSpPr>
            <a:spLocks noChangeArrowheads="1" noTextEdit="1"/>
          </p:cNvSpPr>
          <p:nvPr>
            <p:ph type="sldImg"/>
          </p:nvPr>
        </p:nvSpPr>
        <p:spPr>
          <a:ln/>
        </p:spPr>
      </p:sp>
      <p:sp>
        <p:nvSpPr>
          <p:cNvPr id="114692" name="Rectangle 3">
            <a:extLst>
              <a:ext uri="{FF2B5EF4-FFF2-40B4-BE49-F238E27FC236}">
                <a16:creationId xmlns:a16="http://schemas.microsoft.com/office/drawing/2014/main" id="{C6AA5971-2549-412D-AC52-9E5F68B25C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6CD282BF-ED5A-4A7E-BBA1-55B4FD9DE9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8684DE1-800C-47F9-BD4A-0686A3C94F84}" type="slidenum">
              <a:rPr lang="en-US" altLang="ru-RU" sz="1200"/>
              <a:pPr/>
              <a:t>43</a:t>
            </a:fld>
            <a:endParaRPr lang="en-US" altLang="ru-RU" sz="1200"/>
          </a:p>
        </p:txBody>
      </p:sp>
      <p:sp>
        <p:nvSpPr>
          <p:cNvPr id="115715" name="Rectangle 2">
            <a:extLst>
              <a:ext uri="{FF2B5EF4-FFF2-40B4-BE49-F238E27FC236}">
                <a16:creationId xmlns:a16="http://schemas.microsoft.com/office/drawing/2014/main" id="{9753110B-270C-44EA-AB62-F6284D90108B}"/>
              </a:ext>
            </a:extLst>
          </p:cNvPr>
          <p:cNvSpPr>
            <a:spLocks noChangeArrowheads="1" noTextEdit="1"/>
          </p:cNvSpPr>
          <p:nvPr>
            <p:ph type="sldImg"/>
          </p:nvPr>
        </p:nvSpPr>
        <p:spPr>
          <a:ln/>
        </p:spPr>
      </p:sp>
      <p:sp>
        <p:nvSpPr>
          <p:cNvPr id="115716" name="Rectangle 3">
            <a:extLst>
              <a:ext uri="{FF2B5EF4-FFF2-40B4-BE49-F238E27FC236}">
                <a16:creationId xmlns:a16="http://schemas.microsoft.com/office/drawing/2014/main" id="{5E1FEB10-981D-4952-802F-EF431398BB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FEC4B30D-7769-4031-AE2C-802A56C3DF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3CDD733-AAB0-409F-8EAD-011CC08F9730}" type="slidenum">
              <a:rPr lang="en-US" altLang="ru-RU" sz="1200"/>
              <a:pPr/>
              <a:t>44</a:t>
            </a:fld>
            <a:endParaRPr lang="en-US" altLang="ru-RU" sz="1200"/>
          </a:p>
        </p:txBody>
      </p:sp>
      <p:sp>
        <p:nvSpPr>
          <p:cNvPr id="116739" name="Rectangle 2">
            <a:extLst>
              <a:ext uri="{FF2B5EF4-FFF2-40B4-BE49-F238E27FC236}">
                <a16:creationId xmlns:a16="http://schemas.microsoft.com/office/drawing/2014/main" id="{BDD5309D-B6CC-46EE-9F53-73727675698E}"/>
              </a:ext>
            </a:extLst>
          </p:cNvPr>
          <p:cNvSpPr>
            <a:spLocks noChangeArrowheads="1" noTextEdit="1"/>
          </p:cNvSpPr>
          <p:nvPr>
            <p:ph type="sldImg"/>
          </p:nvPr>
        </p:nvSpPr>
        <p:spPr>
          <a:ln/>
        </p:spPr>
      </p:sp>
      <p:sp>
        <p:nvSpPr>
          <p:cNvPr id="116740" name="Rectangle 3">
            <a:extLst>
              <a:ext uri="{FF2B5EF4-FFF2-40B4-BE49-F238E27FC236}">
                <a16:creationId xmlns:a16="http://schemas.microsoft.com/office/drawing/2014/main" id="{B5A4A2A0-AA35-42D4-82CE-BACF13B3E0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C19EB67F-9D75-4EA4-BA1E-87F9EA8DE8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73D0658-E19A-42FD-805F-B050A239B810}" type="slidenum">
              <a:rPr lang="en-US" altLang="ru-RU" sz="1200"/>
              <a:pPr/>
              <a:t>45</a:t>
            </a:fld>
            <a:endParaRPr lang="en-US" altLang="ru-RU" sz="1200"/>
          </a:p>
        </p:txBody>
      </p:sp>
      <p:sp>
        <p:nvSpPr>
          <p:cNvPr id="117763" name="Rectangle 2">
            <a:extLst>
              <a:ext uri="{FF2B5EF4-FFF2-40B4-BE49-F238E27FC236}">
                <a16:creationId xmlns:a16="http://schemas.microsoft.com/office/drawing/2014/main" id="{943D91D7-89E6-42B9-8129-E938BC67762B}"/>
              </a:ext>
            </a:extLst>
          </p:cNvPr>
          <p:cNvSpPr>
            <a:spLocks noChangeArrowheads="1" noTextEdit="1"/>
          </p:cNvSpPr>
          <p:nvPr>
            <p:ph type="sldImg"/>
          </p:nvPr>
        </p:nvSpPr>
        <p:spPr>
          <a:ln/>
        </p:spPr>
      </p:sp>
      <p:sp>
        <p:nvSpPr>
          <p:cNvPr id="117764" name="Rectangle 3">
            <a:extLst>
              <a:ext uri="{FF2B5EF4-FFF2-40B4-BE49-F238E27FC236}">
                <a16:creationId xmlns:a16="http://schemas.microsoft.com/office/drawing/2014/main" id="{41720ECA-ACCC-40D8-BBE4-101834E192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CA607913-3A17-42AB-A6D6-60D015B8E9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C927144-58C4-4B0D-8E9A-D72264481507}" type="slidenum">
              <a:rPr lang="en-US" altLang="ru-RU" sz="1200"/>
              <a:pPr/>
              <a:t>46</a:t>
            </a:fld>
            <a:endParaRPr lang="en-US" altLang="ru-RU" sz="1200"/>
          </a:p>
        </p:txBody>
      </p:sp>
      <p:sp>
        <p:nvSpPr>
          <p:cNvPr id="118787" name="Rectangle 2">
            <a:extLst>
              <a:ext uri="{FF2B5EF4-FFF2-40B4-BE49-F238E27FC236}">
                <a16:creationId xmlns:a16="http://schemas.microsoft.com/office/drawing/2014/main" id="{0D064C5F-DCAF-49DF-AB2E-17D7DDCB43A6}"/>
              </a:ext>
            </a:extLst>
          </p:cNvPr>
          <p:cNvSpPr>
            <a:spLocks noChangeArrowheads="1" noTextEdit="1"/>
          </p:cNvSpPr>
          <p:nvPr>
            <p:ph type="sldImg"/>
          </p:nvPr>
        </p:nvSpPr>
        <p:spPr>
          <a:ln/>
        </p:spPr>
      </p:sp>
      <p:sp>
        <p:nvSpPr>
          <p:cNvPr id="118788" name="Rectangle 3">
            <a:extLst>
              <a:ext uri="{FF2B5EF4-FFF2-40B4-BE49-F238E27FC236}">
                <a16:creationId xmlns:a16="http://schemas.microsoft.com/office/drawing/2014/main" id="{00A9ACE7-0E4A-4553-82EC-BAE7AC181A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F8CEC66F-F72B-47DE-BA07-900EE01228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BF9C04C-2234-4224-B34C-B4BF0963C284}" type="slidenum">
              <a:rPr lang="en-US" altLang="ru-RU" sz="1200"/>
              <a:pPr/>
              <a:t>47</a:t>
            </a:fld>
            <a:endParaRPr lang="en-US" altLang="ru-RU" sz="1200"/>
          </a:p>
        </p:txBody>
      </p:sp>
      <p:sp>
        <p:nvSpPr>
          <p:cNvPr id="119811" name="Rectangle 2">
            <a:extLst>
              <a:ext uri="{FF2B5EF4-FFF2-40B4-BE49-F238E27FC236}">
                <a16:creationId xmlns:a16="http://schemas.microsoft.com/office/drawing/2014/main" id="{A56F3A7F-6DD8-4658-A366-818C2A2D3CD3}"/>
              </a:ext>
            </a:extLst>
          </p:cNvPr>
          <p:cNvSpPr>
            <a:spLocks noChangeArrowheads="1" noTextEdit="1"/>
          </p:cNvSpPr>
          <p:nvPr>
            <p:ph type="sldImg"/>
          </p:nvPr>
        </p:nvSpPr>
        <p:spPr>
          <a:ln/>
        </p:spPr>
      </p:sp>
      <p:sp>
        <p:nvSpPr>
          <p:cNvPr id="119812" name="Rectangle 3">
            <a:extLst>
              <a:ext uri="{FF2B5EF4-FFF2-40B4-BE49-F238E27FC236}">
                <a16:creationId xmlns:a16="http://schemas.microsoft.com/office/drawing/2014/main" id="{05CD7DEE-2EBE-44EA-8652-8FB367DA8C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FD4E74AC-6CC1-4F0A-8616-890442FB01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0752291-0790-4BF9-9274-DA663C5C665B}" type="slidenum">
              <a:rPr lang="en-US" altLang="ru-RU" sz="1200"/>
              <a:pPr/>
              <a:t>48</a:t>
            </a:fld>
            <a:endParaRPr lang="en-US" altLang="ru-RU" sz="1200"/>
          </a:p>
        </p:txBody>
      </p:sp>
      <p:sp>
        <p:nvSpPr>
          <p:cNvPr id="120835" name="Rectangle 2">
            <a:extLst>
              <a:ext uri="{FF2B5EF4-FFF2-40B4-BE49-F238E27FC236}">
                <a16:creationId xmlns:a16="http://schemas.microsoft.com/office/drawing/2014/main" id="{E0DB45E1-A6FD-4EAB-96BB-D88846059807}"/>
              </a:ext>
            </a:extLst>
          </p:cNvPr>
          <p:cNvSpPr>
            <a:spLocks noChangeArrowheads="1" noTextEdit="1"/>
          </p:cNvSpPr>
          <p:nvPr>
            <p:ph type="sldImg"/>
          </p:nvPr>
        </p:nvSpPr>
        <p:spPr>
          <a:ln/>
        </p:spPr>
      </p:sp>
      <p:sp>
        <p:nvSpPr>
          <p:cNvPr id="120836" name="Rectangle 3">
            <a:extLst>
              <a:ext uri="{FF2B5EF4-FFF2-40B4-BE49-F238E27FC236}">
                <a16:creationId xmlns:a16="http://schemas.microsoft.com/office/drawing/2014/main" id="{DDE3A1DD-63C8-4069-B5D0-B89D104FE8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88561543-281F-4386-BFE1-38B22B182F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5755158-9E03-4010-8FFC-A6453A2C3380}" type="slidenum">
              <a:rPr lang="en-US" altLang="ru-RU" sz="1200"/>
              <a:pPr/>
              <a:t>49</a:t>
            </a:fld>
            <a:endParaRPr lang="en-US" altLang="ru-RU" sz="1200"/>
          </a:p>
        </p:txBody>
      </p:sp>
      <p:sp>
        <p:nvSpPr>
          <p:cNvPr id="121859" name="Rectangle 2">
            <a:extLst>
              <a:ext uri="{FF2B5EF4-FFF2-40B4-BE49-F238E27FC236}">
                <a16:creationId xmlns:a16="http://schemas.microsoft.com/office/drawing/2014/main" id="{FB94D813-8681-4263-AA26-428A466C5C65}"/>
              </a:ext>
            </a:extLst>
          </p:cNvPr>
          <p:cNvSpPr>
            <a:spLocks noChangeArrowheads="1" noTextEdit="1"/>
          </p:cNvSpPr>
          <p:nvPr>
            <p:ph type="sldImg"/>
          </p:nvPr>
        </p:nvSpPr>
        <p:spPr>
          <a:ln/>
        </p:spPr>
      </p:sp>
      <p:sp>
        <p:nvSpPr>
          <p:cNvPr id="121860" name="Rectangle 3">
            <a:extLst>
              <a:ext uri="{FF2B5EF4-FFF2-40B4-BE49-F238E27FC236}">
                <a16:creationId xmlns:a16="http://schemas.microsoft.com/office/drawing/2014/main" id="{FE9641FF-D915-4C91-B031-9557A57F9C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096DF6CA-8709-4743-84F9-D54A8933ED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7460959-F142-4D59-A033-1304B64AB7A7}" type="slidenum">
              <a:rPr lang="en-US" altLang="ru-RU" sz="1200"/>
              <a:pPr/>
              <a:t>50</a:t>
            </a:fld>
            <a:endParaRPr lang="en-US" altLang="ru-RU" sz="1200"/>
          </a:p>
        </p:txBody>
      </p:sp>
      <p:sp>
        <p:nvSpPr>
          <p:cNvPr id="122883" name="Rectangle 2">
            <a:extLst>
              <a:ext uri="{FF2B5EF4-FFF2-40B4-BE49-F238E27FC236}">
                <a16:creationId xmlns:a16="http://schemas.microsoft.com/office/drawing/2014/main" id="{57D8F7E2-B9F6-488A-85F8-2C44906FCEF9}"/>
              </a:ext>
            </a:extLst>
          </p:cNvPr>
          <p:cNvSpPr>
            <a:spLocks noChangeArrowheads="1" noTextEdit="1"/>
          </p:cNvSpPr>
          <p:nvPr>
            <p:ph type="sldImg"/>
          </p:nvPr>
        </p:nvSpPr>
        <p:spPr>
          <a:ln/>
        </p:spPr>
      </p:sp>
      <p:sp>
        <p:nvSpPr>
          <p:cNvPr id="122884" name="Rectangle 3">
            <a:extLst>
              <a:ext uri="{FF2B5EF4-FFF2-40B4-BE49-F238E27FC236}">
                <a16:creationId xmlns:a16="http://schemas.microsoft.com/office/drawing/2014/main" id="{06856F5A-6BD9-4151-9B16-7835BA0095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DB11402F-69A5-4695-A446-822A65E413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A406A0C-C115-4A37-A653-0CFC77351DBE}" type="slidenum">
              <a:rPr lang="en-US" altLang="ru-RU" sz="1200"/>
              <a:pPr/>
              <a:t>51</a:t>
            </a:fld>
            <a:endParaRPr lang="en-US" altLang="ru-RU" sz="1200"/>
          </a:p>
        </p:txBody>
      </p:sp>
      <p:sp>
        <p:nvSpPr>
          <p:cNvPr id="123907" name="Rectangle 2">
            <a:extLst>
              <a:ext uri="{FF2B5EF4-FFF2-40B4-BE49-F238E27FC236}">
                <a16:creationId xmlns:a16="http://schemas.microsoft.com/office/drawing/2014/main" id="{4DAC94BE-A541-4347-8B8C-A0BF0C195555}"/>
              </a:ext>
            </a:extLst>
          </p:cNvPr>
          <p:cNvSpPr>
            <a:spLocks noChangeArrowheads="1" noTextEdit="1"/>
          </p:cNvSpPr>
          <p:nvPr>
            <p:ph type="sldImg"/>
          </p:nvPr>
        </p:nvSpPr>
        <p:spPr>
          <a:ln/>
        </p:spPr>
      </p:sp>
      <p:sp>
        <p:nvSpPr>
          <p:cNvPr id="123908" name="Rectangle 3">
            <a:extLst>
              <a:ext uri="{FF2B5EF4-FFF2-40B4-BE49-F238E27FC236}">
                <a16:creationId xmlns:a16="http://schemas.microsoft.com/office/drawing/2014/main" id="{BA1B1905-03C8-4D4C-B829-58EA736130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F128AF70-7752-4A2C-B221-F5C2F243FE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3E8CCE9-F55F-4239-AC54-E8E13B9D0178}" type="slidenum">
              <a:rPr lang="en-US" altLang="ru-RU" sz="1200"/>
              <a:pPr/>
              <a:t>52</a:t>
            </a:fld>
            <a:endParaRPr lang="en-US" altLang="ru-RU" sz="1200"/>
          </a:p>
        </p:txBody>
      </p:sp>
      <p:sp>
        <p:nvSpPr>
          <p:cNvPr id="124931" name="Rectangle 2">
            <a:extLst>
              <a:ext uri="{FF2B5EF4-FFF2-40B4-BE49-F238E27FC236}">
                <a16:creationId xmlns:a16="http://schemas.microsoft.com/office/drawing/2014/main" id="{685E6D7C-901B-4B36-8FA8-5785CFAF08C2}"/>
              </a:ext>
            </a:extLst>
          </p:cNvPr>
          <p:cNvSpPr>
            <a:spLocks noChangeArrowheads="1" noTextEdit="1"/>
          </p:cNvSpPr>
          <p:nvPr>
            <p:ph type="sldImg"/>
          </p:nvPr>
        </p:nvSpPr>
        <p:spPr>
          <a:ln/>
        </p:spPr>
      </p:sp>
      <p:sp>
        <p:nvSpPr>
          <p:cNvPr id="124932" name="Rectangle 3">
            <a:extLst>
              <a:ext uri="{FF2B5EF4-FFF2-40B4-BE49-F238E27FC236}">
                <a16:creationId xmlns:a16="http://schemas.microsoft.com/office/drawing/2014/main" id="{C0F78C88-3112-4FB2-87EB-42E2EA9A39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38FCD3F8-8BE3-4D6E-86A9-45F88BEAD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494118E-07AA-42B7-89B5-21F3ED4D5D14}" type="slidenum">
              <a:rPr lang="en-US" altLang="ru-RU" sz="1200"/>
              <a:pPr/>
              <a:t>53</a:t>
            </a:fld>
            <a:endParaRPr lang="en-US" altLang="ru-RU" sz="1200"/>
          </a:p>
        </p:txBody>
      </p:sp>
      <p:sp>
        <p:nvSpPr>
          <p:cNvPr id="125955" name="Rectangle 2">
            <a:extLst>
              <a:ext uri="{FF2B5EF4-FFF2-40B4-BE49-F238E27FC236}">
                <a16:creationId xmlns:a16="http://schemas.microsoft.com/office/drawing/2014/main" id="{F658D672-DB9E-4C0E-A7EA-8143650FB709}"/>
              </a:ext>
            </a:extLst>
          </p:cNvPr>
          <p:cNvSpPr>
            <a:spLocks noChangeArrowheads="1" noTextEdit="1"/>
          </p:cNvSpPr>
          <p:nvPr>
            <p:ph type="sldImg"/>
          </p:nvPr>
        </p:nvSpPr>
        <p:spPr>
          <a:ln/>
        </p:spPr>
      </p:sp>
      <p:sp>
        <p:nvSpPr>
          <p:cNvPr id="125956" name="Rectangle 3">
            <a:extLst>
              <a:ext uri="{FF2B5EF4-FFF2-40B4-BE49-F238E27FC236}">
                <a16:creationId xmlns:a16="http://schemas.microsoft.com/office/drawing/2014/main" id="{ACBD7EA3-7422-48A1-BAAA-DBBFC6954C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13D856C6-2F0F-483B-B3A6-D1CF778973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A98C56D-5D0E-4CCA-AD0D-0BEF130E9893}" type="slidenum">
              <a:rPr lang="en-US" altLang="ru-RU" sz="1200"/>
              <a:pPr/>
              <a:t>54</a:t>
            </a:fld>
            <a:endParaRPr lang="en-US" altLang="ru-RU" sz="1200"/>
          </a:p>
        </p:txBody>
      </p:sp>
      <p:sp>
        <p:nvSpPr>
          <p:cNvPr id="126979" name="Rectangle 2">
            <a:extLst>
              <a:ext uri="{FF2B5EF4-FFF2-40B4-BE49-F238E27FC236}">
                <a16:creationId xmlns:a16="http://schemas.microsoft.com/office/drawing/2014/main" id="{B2B45B83-4CE5-4A18-97EE-4277486CF14A}"/>
              </a:ext>
            </a:extLst>
          </p:cNvPr>
          <p:cNvSpPr>
            <a:spLocks noChangeArrowheads="1" noTextEdit="1"/>
          </p:cNvSpPr>
          <p:nvPr>
            <p:ph type="sldImg"/>
          </p:nvPr>
        </p:nvSpPr>
        <p:spPr>
          <a:ln/>
        </p:spPr>
      </p:sp>
      <p:sp>
        <p:nvSpPr>
          <p:cNvPr id="126980" name="Rectangle 3">
            <a:extLst>
              <a:ext uri="{FF2B5EF4-FFF2-40B4-BE49-F238E27FC236}">
                <a16:creationId xmlns:a16="http://schemas.microsoft.com/office/drawing/2014/main" id="{79E5F66E-B87B-45AA-929F-574166205D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B1A9F7D1-044E-4281-BEEF-716553B2EE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635C7E4-561D-4414-9451-E946DA43F6C6}" type="slidenum">
              <a:rPr lang="en-US" altLang="ru-RU" sz="1200"/>
              <a:pPr/>
              <a:t>55</a:t>
            </a:fld>
            <a:endParaRPr lang="en-US" altLang="ru-RU" sz="1200"/>
          </a:p>
        </p:txBody>
      </p:sp>
      <p:sp>
        <p:nvSpPr>
          <p:cNvPr id="128003" name="Rectangle 2">
            <a:extLst>
              <a:ext uri="{FF2B5EF4-FFF2-40B4-BE49-F238E27FC236}">
                <a16:creationId xmlns:a16="http://schemas.microsoft.com/office/drawing/2014/main" id="{1B6A7068-96CB-4DF8-BF1F-321CCC42A916}"/>
              </a:ext>
            </a:extLst>
          </p:cNvPr>
          <p:cNvSpPr>
            <a:spLocks noChangeArrowheads="1" noTextEdit="1"/>
          </p:cNvSpPr>
          <p:nvPr>
            <p:ph type="sldImg"/>
          </p:nvPr>
        </p:nvSpPr>
        <p:spPr>
          <a:ln/>
        </p:spPr>
      </p:sp>
      <p:sp>
        <p:nvSpPr>
          <p:cNvPr id="128004" name="Rectangle 3">
            <a:extLst>
              <a:ext uri="{FF2B5EF4-FFF2-40B4-BE49-F238E27FC236}">
                <a16:creationId xmlns:a16="http://schemas.microsoft.com/office/drawing/2014/main" id="{A77FBE0B-75F2-44BE-A4A1-82B91CDB87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8F80E41A-94DD-431E-9637-491F228C6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1532274-67AB-4722-9CD0-025A8264BD27}" type="slidenum">
              <a:rPr lang="en-US" altLang="ru-RU" sz="1200"/>
              <a:pPr/>
              <a:t>56</a:t>
            </a:fld>
            <a:endParaRPr lang="en-US" altLang="ru-RU" sz="1200"/>
          </a:p>
        </p:txBody>
      </p:sp>
      <p:sp>
        <p:nvSpPr>
          <p:cNvPr id="129027" name="Rectangle 2">
            <a:extLst>
              <a:ext uri="{FF2B5EF4-FFF2-40B4-BE49-F238E27FC236}">
                <a16:creationId xmlns:a16="http://schemas.microsoft.com/office/drawing/2014/main" id="{A73B75C3-6FF2-4A4F-BEFB-AE650A40AF51}"/>
              </a:ext>
            </a:extLst>
          </p:cNvPr>
          <p:cNvSpPr>
            <a:spLocks noChangeArrowheads="1" noTextEdit="1"/>
          </p:cNvSpPr>
          <p:nvPr>
            <p:ph type="sldImg"/>
          </p:nvPr>
        </p:nvSpPr>
        <p:spPr>
          <a:ln/>
        </p:spPr>
      </p:sp>
      <p:sp>
        <p:nvSpPr>
          <p:cNvPr id="129028" name="Rectangle 3">
            <a:extLst>
              <a:ext uri="{FF2B5EF4-FFF2-40B4-BE49-F238E27FC236}">
                <a16:creationId xmlns:a16="http://schemas.microsoft.com/office/drawing/2014/main" id="{26BD5F4D-3313-4F6B-827D-7BD9373A0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51520E44-7E84-441C-95FD-220937F95A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83C531D-553A-408A-8AC3-F54E6B9F8896}" type="slidenum">
              <a:rPr lang="en-US" altLang="ru-RU" sz="1200"/>
              <a:pPr/>
              <a:t>57</a:t>
            </a:fld>
            <a:endParaRPr lang="en-US" altLang="ru-RU" sz="1200"/>
          </a:p>
        </p:txBody>
      </p:sp>
      <p:sp>
        <p:nvSpPr>
          <p:cNvPr id="130051" name="Rectangle 2">
            <a:extLst>
              <a:ext uri="{FF2B5EF4-FFF2-40B4-BE49-F238E27FC236}">
                <a16:creationId xmlns:a16="http://schemas.microsoft.com/office/drawing/2014/main" id="{05D62FE5-CEE4-4BEF-A3AE-6E7FEF405F13}"/>
              </a:ext>
            </a:extLst>
          </p:cNvPr>
          <p:cNvSpPr>
            <a:spLocks noChangeArrowheads="1" noTextEdit="1"/>
          </p:cNvSpPr>
          <p:nvPr>
            <p:ph type="sldImg"/>
          </p:nvPr>
        </p:nvSpPr>
        <p:spPr>
          <a:ln/>
        </p:spPr>
      </p:sp>
      <p:sp>
        <p:nvSpPr>
          <p:cNvPr id="130052" name="Rectangle 3">
            <a:extLst>
              <a:ext uri="{FF2B5EF4-FFF2-40B4-BE49-F238E27FC236}">
                <a16:creationId xmlns:a16="http://schemas.microsoft.com/office/drawing/2014/main" id="{28D331A6-1425-47D7-8912-CDD3D0A644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6C8441DB-EBE8-4EC2-96A0-2A63F440BE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CDDBFA2-5701-47BB-93BB-7950CF2ABB65}" type="slidenum">
              <a:rPr lang="en-US" altLang="ru-RU" sz="1200"/>
              <a:pPr/>
              <a:t>58</a:t>
            </a:fld>
            <a:endParaRPr lang="en-US" altLang="ru-RU" sz="1200"/>
          </a:p>
        </p:txBody>
      </p:sp>
      <p:sp>
        <p:nvSpPr>
          <p:cNvPr id="131075" name="Rectangle 2">
            <a:extLst>
              <a:ext uri="{FF2B5EF4-FFF2-40B4-BE49-F238E27FC236}">
                <a16:creationId xmlns:a16="http://schemas.microsoft.com/office/drawing/2014/main" id="{A1B067F7-131F-4CE6-ACC0-435D631238D4}"/>
              </a:ext>
            </a:extLst>
          </p:cNvPr>
          <p:cNvSpPr>
            <a:spLocks noChangeArrowheads="1" noTextEdit="1"/>
          </p:cNvSpPr>
          <p:nvPr>
            <p:ph type="sldImg"/>
          </p:nvPr>
        </p:nvSpPr>
        <p:spPr>
          <a:ln/>
        </p:spPr>
      </p:sp>
      <p:sp>
        <p:nvSpPr>
          <p:cNvPr id="131076" name="Rectangle 3">
            <a:extLst>
              <a:ext uri="{FF2B5EF4-FFF2-40B4-BE49-F238E27FC236}">
                <a16:creationId xmlns:a16="http://schemas.microsoft.com/office/drawing/2014/main" id="{BADE7FB2-92CA-434A-AE19-F19DAB85A8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2B21594C-0099-4BD3-B952-4C8A1ACACF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12E6017-CC7C-4EF7-BC1F-F8A169049819}" type="slidenum">
              <a:rPr lang="en-US" altLang="ru-RU" sz="1200"/>
              <a:pPr/>
              <a:t>59</a:t>
            </a:fld>
            <a:endParaRPr lang="en-US" altLang="ru-RU" sz="1200"/>
          </a:p>
        </p:txBody>
      </p:sp>
      <p:sp>
        <p:nvSpPr>
          <p:cNvPr id="132099" name="Rectangle 2">
            <a:extLst>
              <a:ext uri="{FF2B5EF4-FFF2-40B4-BE49-F238E27FC236}">
                <a16:creationId xmlns:a16="http://schemas.microsoft.com/office/drawing/2014/main" id="{6978CB3E-2A17-401C-A3B7-ED7AF90E06F7}"/>
              </a:ext>
            </a:extLst>
          </p:cNvPr>
          <p:cNvSpPr>
            <a:spLocks noChangeArrowheads="1" noTextEdit="1"/>
          </p:cNvSpPr>
          <p:nvPr>
            <p:ph type="sldImg"/>
          </p:nvPr>
        </p:nvSpPr>
        <p:spPr>
          <a:ln/>
        </p:spPr>
      </p:sp>
      <p:sp>
        <p:nvSpPr>
          <p:cNvPr id="132100" name="Rectangle 3">
            <a:extLst>
              <a:ext uri="{FF2B5EF4-FFF2-40B4-BE49-F238E27FC236}">
                <a16:creationId xmlns:a16="http://schemas.microsoft.com/office/drawing/2014/main" id="{4B45FC25-3A39-4111-A1A8-ACEB3101D9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6ED52E9D-189F-4604-A96C-C0DCCA4F09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B4DB256-BC85-4841-B216-F889B6B32A46}" type="slidenum">
              <a:rPr lang="en-US" altLang="ru-RU" sz="1200"/>
              <a:pPr/>
              <a:t>60</a:t>
            </a:fld>
            <a:endParaRPr lang="en-US" altLang="ru-RU" sz="1200"/>
          </a:p>
        </p:txBody>
      </p:sp>
      <p:sp>
        <p:nvSpPr>
          <p:cNvPr id="133123" name="Rectangle 2">
            <a:extLst>
              <a:ext uri="{FF2B5EF4-FFF2-40B4-BE49-F238E27FC236}">
                <a16:creationId xmlns:a16="http://schemas.microsoft.com/office/drawing/2014/main" id="{198FA133-9703-4869-A2CF-C9D7D7127BA6}"/>
              </a:ext>
            </a:extLst>
          </p:cNvPr>
          <p:cNvSpPr>
            <a:spLocks noChangeArrowheads="1" noTextEdit="1"/>
          </p:cNvSpPr>
          <p:nvPr>
            <p:ph type="sldImg"/>
          </p:nvPr>
        </p:nvSpPr>
        <p:spPr>
          <a:ln/>
        </p:spPr>
      </p:sp>
      <p:sp>
        <p:nvSpPr>
          <p:cNvPr id="133124" name="Rectangle 3">
            <a:extLst>
              <a:ext uri="{FF2B5EF4-FFF2-40B4-BE49-F238E27FC236}">
                <a16:creationId xmlns:a16="http://schemas.microsoft.com/office/drawing/2014/main" id="{AC072DDC-895B-4571-AD23-9D835A3714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78376946-C56B-48A4-84C7-BB3253953C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28738BA-62A1-42D6-81DE-68FCECD6328B}" type="slidenum">
              <a:rPr lang="en-US" altLang="ru-RU" sz="1200"/>
              <a:pPr/>
              <a:t>61</a:t>
            </a:fld>
            <a:endParaRPr lang="en-US" altLang="ru-RU" sz="1200"/>
          </a:p>
        </p:txBody>
      </p:sp>
      <p:sp>
        <p:nvSpPr>
          <p:cNvPr id="134147" name="Rectangle 2">
            <a:extLst>
              <a:ext uri="{FF2B5EF4-FFF2-40B4-BE49-F238E27FC236}">
                <a16:creationId xmlns:a16="http://schemas.microsoft.com/office/drawing/2014/main" id="{8DD06DA5-C439-4C11-A22F-06B43E1474EF}"/>
              </a:ext>
            </a:extLst>
          </p:cNvPr>
          <p:cNvSpPr>
            <a:spLocks noChangeArrowheads="1" noTextEdit="1"/>
          </p:cNvSpPr>
          <p:nvPr>
            <p:ph type="sldImg"/>
          </p:nvPr>
        </p:nvSpPr>
        <p:spPr>
          <a:ln/>
        </p:spPr>
      </p:sp>
      <p:sp>
        <p:nvSpPr>
          <p:cNvPr id="134148" name="Rectangle 3">
            <a:extLst>
              <a:ext uri="{FF2B5EF4-FFF2-40B4-BE49-F238E27FC236}">
                <a16:creationId xmlns:a16="http://schemas.microsoft.com/office/drawing/2014/main" id="{588B685B-8010-4BE3-8D63-A76988663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42EA2A9B-7810-4B11-BB31-B35807BDCC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E7977BC-905B-4E6D-B2EF-81C20918EEFA}" type="slidenum">
              <a:rPr lang="en-US" altLang="ru-RU" sz="1200"/>
              <a:pPr/>
              <a:t>62</a:t>
            </a:fld>
            <a:endParaRPr lang="en-US" altLang="ru-RU" sz="1200"/>
          </a:p>
        </p:txBody>
      </p:sp>
      <p:sp>
        <p:nvSpPr>
          <p:cNvPr id="135171" name="Rectangle 2">
            <a:extLst>
              <a:ext uri="{FF2B5EF4-FFF2-40B4-BE49-F238E27FC236}">
                <a16:creationId xmlns:a16="http://schemas.microsoft.com/office/drawing/2014/main" id="{38C9B492-5505-4A26-9E19-0475AA5FEF2C}"/>
              </a:ext>
            </a:extLst>
          </p:cNvPr>
          <p:cNvSpPr>
            <a:spLocks noChangeArrowheads="1" noTextEdit="1"/>
          </p:cNvSpPr>
          <p:nvPr>
            <p:ph type="sldImg"/>
          </p:nvPr>
        </p:nvSpPr>
        <p:spPr>
          <a:ln/>
        </p:spPr>
      </p:sp>
      <p:sp>
        <p:nvSpPr>
          <p:cNvPr id="135172" name="Rectangle 3">
            <a:extLst>
              <a:ext uri="{FF2B5EF4-FFF2-40B4-BE49-F238E27FC236}">
                <a16:creationId xmlns:a16="http://schemas.microsoft.com/office/drawing/2014/main" id="{A07E20E2-4D12-499C-A143-347746764E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E695351A-F63B-4987-ADE9-7E15E4A472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E9DCB6A-3EF8-4750-A380-158B786A8FD8}" type="slidenum">
              <a:rPr lang="en-US" altLang="ru-RU" sz="1200"/>
              <a:pPr/>
              <a:t>63</a:t>
            </a:fld>
            <a:endParaRPr lang="en-US" altLang="ru-RU" sz="1200"/>
          </a:p>
        </p:txBody>
      </p:sp>
      <p:sp>
        <p:nvSpPr>
          <p:cNvPr id="136195" name="Rectangle 2">
            <a:extLst>
              <a:ext uri="{FF2B5EF4-FFF2-40B4-BE49-F238E27FC236}">
                <a16:creationId xmlns:a16="http://schemas.microsoft.com/office/drawing/2014/main" id="{23D370B3-B328-4B02-806E-A2D246D591EE}"/>
              </a:ext>
            </a:extLst>
          </p:cNvPr>
          <p:cNvSpPr>
            <a:spLocks noChangeArrowheads="1" noTextEdit="1"/>
          </p:cNvSpPr>
          <p:nvPr>
            <p:ph type="sldImg"/>
          </p:nvPr>
        </p:nvSpPr>
        <p:spPr>
          <a:ln/>
        </p:spPr>
      </p:sp>
      <p:sp>
        <p:nvSpPr>
          <p:cNvPr id="136196" name="Rectangle 3">
            <a:extLst>
              <a:ext uri="{FF2B5EF4-FFF2-40B4-BE49-F238E27FC236}">
                <a16:creationId xmlns:a16="http://schemas.microsoft.com/office/drawing/2014/main" id="{84C3FD1A-DC59-4CA5-8B7A-0BCA602EE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E9DBF31A-5D03-41B6-BE53-52B0A32D5A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6E47EF0-2CB7-46FD-82D4-B347B001A3EF}" type="slidenum">
              <a:rPr lang="en-US" altLang="ru-RU" sz="1200"/>
              <a:pPr/>
              <a:t>64</a:t>
            </a:fld>
            <a:endParaRPr lang="en-US" altLang="ru-RU" sz="1200"/>
          </a:p>
        </p:txBody>
      </p:sp>
      <p:sp>
        <p:nvSpPr>
          <p:cNvPr id="137219" name="Rectangle 2">
            <a:extLst>
              <a:ext uri="{FF2B5EF4-FFF2-40B4-BE49-F238E27FC236}">
                <a16:creationId xmlns:a16="http://schemas.microsoft.com/office/drawing/2014/main" id="{CBD148C9-3C71-4F14-AE11-531604284EEF}"/>
              </a:ext>
            </a:extLst>
          </p:cNvPr>
          <p:cNvSpPr>
            <a:spLocks noChangeArrowheads="1" noTextEdit="1"/>
          </p:cNvSpPr>
          <p:nvPr>
            <p:ph type="sldImg"/>
          </p:nvPr>
        </p:nvSpPr>
        <p:spPr>
          <a:ln/>
        </p:spPr>
      </p:sp>
      <p:sp>
        <p:nvSpPr>
          <p:cNvPr id="137220" name="Rectangle 3">
            <a:extLst>
              <a:ext uri="{FF2B5EF4-FFF2-40B4-BE49-F238E27FC236}">
                <a16:creationId xmlns:a16="http://schemas.microsoft.com/office/drawing/2014/main" id="{8254E05E-99A4-47A1-8338-AC1CB42626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29C8DC1C-0141-4A40-9278-31257604CE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B20F301-427A-4187-8ECB-B66F801EFFC3}" type="slidenum">
              <a:rPr lang="en-US" altLang="ru-RU" sz="1200"/>
              <a:pPr/>
              <a:t>65</a:t>
            </a:fld>
            <a:endParaRPr lang="en-US" altLang="ru-RU" sz="1200"/>
          </a:p>
        </p:txBody>
      </p:sp>
      <p:sp>
        <p:nvSpPr>
          <p:cNvPr id="138243" name="Rectangle 2">
            <a:extLst>
              <a:ext uri="{FF2B5EF4-FFF2-40B4-BE49-F238E27FC236}">
                <a16:creationId xmlns:a16="http://schemas.microsoft.com/office/drawing/2014/main" id="{5299A41E-01C3-45CD-818F-19318BD5F4F6}"/>
              </a:ext>
            </a:extLst>
          </p:cNvPr>
          <p:cNvSpPr>
            <a:spLocks noChangeArrowheads="1" noTextEdit="1"/>
          </p:cNvSpPr>
          <p:nvPr>
            <p:ph type="sldImg"/>
          </p:nvPr>
        </p:nvSpPr>
        <p:spPr>
          <a:ln/>
        </p:spPr>
      </p:sp>
      <p:sp>
        <p:nvSpPr>
          <p:cNvPr id="138244" name="Rectangle 3">
            <a:extLst>
              <a:ext uri="{FF2B5EF4-FFF2-40B4-BE49-F238E27FC236}">
                <a16:creationId xmlns:a16="http://schemas.microsoft.com/office/drawing/2014/main" id="{6DD74258-AFC0-481B-996C-A5C607DAFA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AEF807B5-6F5C-4355-AA0E-9C7A58B0BF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6B55E16-6946-4E08-985B-A25519EC4ABE}" type="slidenum">
              <a:rPr lang="en-US" altLang="ru-RU" sz="1200"/>
              <a:pPr/>
              <a:t>66</a:t>
            </a:fld>
            <a:endParaRPr lang="en-US" altLang="ru-RU" sz="1200"/>
          </a:p>
        </p:txBody>
      </p:sp>
      <p:sp>
        <p:nvSpPr>
          <p:cNvPr id="139267" name="Rectangle 2">
            <a:extLst>
              <a:ext uri="{FF2B5EF4-FFF2-40B4-BE49-F238E27FC236}">
                <a16:creationId xmlns:a16="http://schemas.microsoft.com/office/drawing/2014/main" id="{754E028B-6F8C-4643-9130-F8052C2A96DF}"/>
              </a:ext>
            </a:extLst>
          </p:cNvPr>
          <p:cNvSpPr>
            <a:spLocks noChangeArrowheads="1" noTextEdit="1"/>
          </p:cNvSpPr>
          <p:nvPr>
            <p:ph type="sldImg"/>
          </p:nvPr>
        </p:nvSpPr>
        <p:spPr>
          <a:ln/>
        </p:spPr>
      </p:sp>
      <p:sp>
        <p:nvSpPr>
          <p:cNvPr id="139268" name="Rectangle 3">
            <a:extLst>
              <a:ext uri="{FF2B5EF4-FFF2-40B4-BE49-F238E27FC236}">
                <a16:creationId xmlns:a16="http://schemas.microsoft.com/office/drawing/2014/main" id="{37DC8370-C1EB-444C-9FF1-06B1298133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7">
            <a:extLst>
              <a:ext uri="{FF2B5EF4-FFF2-40B4-BE49-F238E27FC236}">
                <a16:creationId xmlns:a16="http://schemas.microsoft.com/office/drawing/2014/main" id="{801E7A44-7F3C-4C8B-A3B0-4D0846FEC67B}"/>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93713" y="373063"/>
            <a:ext cx="2268537"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0">
            <a:extLst>
              <a:ext uri="{FF2B5EF4-FFF2-40B4-BE49-F238E27FC236}">
                <a16:creationId xmlns:a16="http://schemas.microsoft.com/office/drawing/2014/main" id="{73462678-D400-4D31-A4A5-CBF9BF501E17}"/>
              </a:ext>
            </a:extLst>
          </p:cNvPr>
          <p:cNvSpPr>
            <a:spLocks noChangeArrowheads="1"/>
          </p:cNvSpPr>
          <p:nvPr/>
        </p:nvSpPr>
        <p:spPr bwMode="auto">
          <a:xfrm>
            <a:off x="1039813" y="1757363"/>
            <a:ext cx="7011987" cy="228600"/>
          </a:xfrm>
          <a:prstGeom prst="rect">
            <a:avLst/>
          </a:prstGeom>
          <a:solidFill>
            <a:srgbClr val="FF0000"/>
          </a:solidFill>
          <a:ln w="9525">
            <a:noFill/>
            <a:miter lim="800000"/>
            <a:headEnd/>
            <a:tailEnd/>
          </a:ln>
          <a:effectLst/>
        </p:spPr>
        <p:txBody>
          <a:bodyPr wrap="none" anchor="ctr"/>
          <a:lstStyle/>
          <a:p>
            <a:pPr>
              <a:defRPr/>
            </a:pPr>
            <a:endParaRPr lang="en-US">
              <a:latin typeface="Times" charset="0"/>
            </a:endParaRPr>
          </a:p>
        </p:txBody>
      </p:sp>
      <p:sp>
        <p:nvSpPr>
          <p:cNvPr id="3074" name="Rectangle 2"/>
          <p:cNvSpPr>
            <a:spLocks noGrp="1" noChangeArrowheads="1"/>
          </p:cNvSpPr>
          <p:nvPr>
            <p:ph type="ctrTitle"/>
          </p:nvPr>
        </p:nvSpPr>
        <p:spPr>
          <a:xfrm>
            <a:off x="917575" y="2417763"/>
            <a:ext cx="7772400" cy="1143000"/>
          </a:xfrm>
        </p:spPr>
        <p:txBody>
          <a:bodyPr anchor="t"/>
          <a:lstStyle>
            <a:lvl1pPr>
              <a:lnSpc>
                <a:spcPts val="4500"/>
              </a:lnSpc>
              <a:defRPr sz="4400"/>
            </a:lvl1pPr>
          </a:lstStyle>
          <a:p>
            <a:r>
              <a:rPr lang="en-US"/>
              <a:t>Click to edit Master title</a:t>
            </a:r>
          </a:p>
        </p:txBody>
      </p:sp>
      <p:sp>
        <p:nvSpPr>
          <p:cNvPr id="3075" name="Rectangle 3"/>
          <p:cNvSpPr>
            <a:spLocks noGrp="1" noChangeArrowheads="1"/>
          </p:cNvSpPr>
          <p:nvPr>
            <p:ph type="subTitle" idx="1"/>
          </p:nvPr>
        </p:nvSpPr>
        <p:spPr>
          <a:xfrm>
            <a:off x="935038" y="4784725"/>
            <a:ext cx="3948112" cy="914400"/>
          </a:xfrm>
        </p:spPr>
        <p:txBody>
          <a:bodyPr/>
          <a:lstStyle>
            <a:lvl1pPr marL="0" indent="0">
              <a:spcBef>
                <a:spcPct val="0"/>
              </a:spcBef>
              <a:buFontTx/>
              <a:buNone/>
              <a:defRPr sz="1800"/>
            </a:lvl1pPr>
          </a:lstStyle>
          <a:p>
            <a:r>
              <a:rPr lang="en-US"/>
              <a:t>Click to edit Master subtitle style</a:t>
            </a:r>
          </a:p>
        </p:txBody>
      </p:sp>
      <p:sp>
        <p:nvSpPr>
          <p:cNvPr id="6" name="Footer Placeholder 5">
            <a:extLst>
              <a:ext uri="{FF2B5EF4-FFF2-40B4-BE49-F238E27FC236}">
                <a16:creationId xmlns:a16="http://schemas.microsoft.com/office/drawing/2014/main" id="{739513B1-2448-4724-BB36-BF1B5E744AFD}"/>
              </a:ext>
            </a:extLst>
          </p:cNvPr>
          <p:cNvSpPr>
            <a:spLocks noGrp="1" noChangeArrowheads="1"/>
          </p:cNvSpPr>
          <p:nvPr>
            <p:ph type="ftr" sz="quarter" idx="10"/>
          </p:nvPr>
        </p:nvSpPr>
        <p:spPr/>
        <p:txBody>
          <a:bodyPr/>
          <a:lstStyle>
            <a:lvl1pPr>
              <a:defRPr smtClean="0"/>
            </a:lvl1pPr>
          </a:lstStyle>
          <a:p>
            <a:pPr>
              <a:defRPr/>
            </a:pPr>
            <a:endParaRPr lang="en-US"/>
          </a:p>
        </p:txBody>
      </p:sp>
      <p:sp>
        <p:nvSpPr>
          <p:cNvPr id="7" name="Slide Number Placeholder 6">
            <a:extLst>
              <a:ext uri="{FF2B5EF4-FFF2-40B4-BE49-F238E27FC236}">
                <a16:creationId xmlns:a16="http://schemas.microsoft.com/office/drawing/2014/main" id="{68147215-9DCF-4B1B-A037-AFEAB06920F2}"/>
              </a:ext>
            </a:extLst>
          </p:cNvPr>
          <p:cNvSpPr>
            <a:spLocks noGrp="1" noChangeArrowheads="1"/>
          </p:cNvSpPr>
          <p:nvPr>
            <p:ph type="sldNum" sz="quarter" idx="11"/>
          </p:nvPr>
        </p:nvSpPr>
        <p:spPr>
          <a:xfrm>
            <a:off x="6553200" y="6248400"/>
            <a:ext cx="1905000" cy="457200"/>
          </a:xfrm>
        </p:spPr>
        <p:txBody>
          <a:bodyPr/>
          <a:lstStyle>
            <a:lvl1pPr>
              <a:defRPr sz="1400">
                <a:solidFill>
                  <a:schemeClr val="tx1"/>
                </a:solidFill>
                <a:latin typeface="Times" panose="02020603050405020304" pitchFamily="18" charset="0"/>
              </a:defRPr>
            </a:lvl1pPr>
          </a:lstStyle>
          <a:p>
            <a:fld id="{9C756D69-802C-4987-8DF0-949D8E612042}" type="slidenum">
              <a:rPr lang="en-US" altLang="ru-RU"/>
              <a:pPr/>
              <a:t>‹#›</a:t>
            </a:fld>
            <a:endParaRPr lang="en-US" altLang="ru-RU"/>
          </a:p>
        </p:txBody>
      </p:sp>
      <p:sp>
        <p:nvSpPr>
          <p:cNvPr id="8" name="Rectangle 29">
            <a:extLst>
              <a:ext uri="{FF2B5EF4-FFF2-40B4-BE49-F238E27FC236}">
                <a16:creationId xmlns:a16="http://schemas.microsoft.com/office/drawing/2014/main" id="{865E8A0D-50EC-4122-88E9-364E8980DE53}"/>
              </a:ext>
            </a:extLst>
          </p:cNvPr>
          <p:cNvSpPr>
            <a:spLocks noGrp="1" noChangeArrowheads="1"/>
          </p:cNvSpPr>
          <p:nvPr>
            <p:ph type="dt" sz="quarter" idx="12"/>
          </p:nvPr>
        </p:nvSpPr>
        <p:spPr bwMode="auto">
          <a:xfrm>
            <a:off x="936625" y="5857875"/>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smtClean="0">
                <a:latin typeface="+mn-lt"/>
              </a:defRPr>
            </a:lvl1pPr>
          </a:lstStyle>
          <a:p>
            <a:pPr>
              <a:defRPr/>
            </a:pPr>
            <a:r>
              <a:rPr lang="en-US"/>
              <a:t>October 29, 2002</a:t>
            </a:r>
            <a:endParaRPr lang="en-US">
              <a:latin typeface="Times New Roman" pitchFamily="18" charset="0"/>
            </a:endParaRPr>
          </a:p>
        </p:txBody>
      </p:sp>
    </p:spTree>
    <p:extLst>
      <p:ext uri="{BB962C8B-B14F-4D97-AF65-F5344CB8AC3E}">
        <p14:creationId xmlns:p14="http://schemas.microsoft.com/office/powerpoint/2010/main" val="3573350892"/>
      </p:ext>
    </p:extLst>
  </p:cSld>
  <p:clrMapOvr>
    <a:masterClrMapping/>
  </p:clrMapOvr>
  <p:transition>
    <p:randomBa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21A9F92-B40E-4D3E-8773-068713AEB51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FE4758D-3AE6-4D39-BAE5-92512185726E}"/>
              </a:ext>
            </a:extLst>
          </p:cNvPr>
          <p:cNvSpPr>
            <a:spLocks noGrp="1" noChangeArrowheads="1"/>
          </p:cNvSpPr>
          <p:nvPr>
            <p:ph type="sldNum" sz="quarter" idx="11"/>
          </p:nvPr>
        </p:nvSpPr>
        <p:spPr>
          <a:ln/>
        </p:spPr>
        <p:txBody>
          <a:bodyPr/>
          <a:lstStyle>
            <a:lvl1pPr>
              <a:defRPr/>
            </a:lvl1pPr>
          </a:lstStyle>
          <a:p>
            <a:fld id="{175DF01E-C235-44D7-97C0-BB6BCD8FACBF}" type="slidenum">
              <a:rPr lang="en-US" altLang="ru-RU"/>
              <a:pPr/>
              <a:t>‹#›</a:t>
            </a:fld>
            <a:endParaRPr lang="en-US" altLang="ru-RU"/>
          </a:p>
        </p:txBody>
      </p:sp>
    </p:spTree>
    <p:extLst>
      <p:ext uri="{BB962C8B-B14F-4D97-AF65-F5344CB8AC3E}">
        <p14:creationId xmlns:p14="http://schemas.microsoft.com/office/powerpoint/2010/main" val="1477958314"/>
      </p:ext>
    </p:extLst>
  </p:cSld>
  <p:clrMapOvr>
    <a:masterClrMapping/>
  </p:clrMapOvr>
  <p:transition>
    <p:randomBa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927FABED-260A-48C5-9222-3EC277E9C17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0C5D1100-35F0-4B95-9778-57447AE0B89F}"/>
              </a:ext>
            </a:extLst>
          </p:cNvPr>
          <p:cNvSpPr>
            <a:spLocks noGrp="1" noChangeArrowheads="1"/>
          </p:cNvSpPr>
          <p:nvPr>
            <p:ph type="sldNum" sz="quarter" idx="11"/>
          </p:nvPr>
        </p:nvSpPr>
        <p:spPr>
          <a:ln/>
        </p:spPr>
        <p:txBody>
          <a:bodyPr/>
          <a:lstStyle>
            <a:lvl1pPr>
              <a:defRPr/>
            </a:lvl1pPr>
          </a:lstStyle>
          <a:p>
            <a:fld id="{06EFCB8A-3278-4C3D-A8DE-0A8E2BC89D8F}" type="slidenum">
              <a:rPr lang="en-US" altLang="ru-RU"/>
              <a:pPr/>
              <a:t>‹#›</a:t>
            </a:fld>
            <a:endParaRPr lang="en-US" altLang="ru-RU"/>
          </a:p>
        </p:txBody>
      </p:sp>
    </p:spTree>
    <p:extLst>
      <p:ext uri="{BB962C8B-B14F-4D97-AF65-F5344CB8AC3E}">
        <p14:creationId xmlns:p14="http://schemas.microsoft.com/office/powerpoint/2010/main" val="1727406926"/>
      </p:ext>
    </p:extLst>
  </p:cSld>
  <p:clrMapOvr>
    <a:masterClrMapping/>
  </p:clrMapOvr>
  <p:transition>
    <p:randomBa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79438" y="13985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41838" y="13985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3743BCA-2AA6-40C5-BD4F-D9C414B1D7E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2E24C87-73F3-4CAD-93C5-D96E4CF9081F}"/>
              </a:ext>
            </a:extLst>
          </p:cNvPr>
          <p:cNvSpPr>
            <a:spLocks noGrp="1" noChangeArrowheads="1"/>
          </p:cNvSpPr>
          <p:nvPr>
            <p:ph type="sldNum" sz="quarter" idx="11"/>
          </p:nvPr>
        </p:nvSpPr>
        <p:spPr>
          <a:ln/>
        </p:spPr>
        <p:txBody>
          <a:bodyPr/>
          <a:lstStyle>
            <a:lvl1pPr>
              <a:defRPr/>
            </a:lvl1pPr>
          </a:lstStyle>
          <a:p>
            <a:fld id="{33DCB9D9-8CC8-48A3-BD87-17DF4C9A19ED}" type="slidenum">
              <a:rPr lang="en-US" altLang="ru-RU"/>
              <a:pPr/>
              <a:t>‹#›</a:t>
            </a:fld>
            <a:endParaRPr lang="en-US" altLang="ru-RU"/>
          </a:p>
        </p:txBody>
      </p:sp>
    </p:spTree>
    <p:extLst>
      <p:ext uri="{BB962C8B-B14F-4D97-AF65-F5344CB8AC3E}">
        <p14:creationId xmlns:p14="http://schemas.microsoft.com/office/powerpoint/2010/main" val="251244217"/>
      </p:ext>
    </p:extLst>
  </p:cSld>
  <p:clrMapOvr>
    <a:masterClrMapping/>
  </p:clrMapOvr>
  <p:transition>
    <p:randomBa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61D9331F-7AEE-4A0D-A21F-58AE1CA578D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D4133C0-7887-4835-BD13-48E34658C8AF}"/>
              </a:ext>
            </a:extLst>
          </p:cNvPr>
          <p:cNvSpPr>
            <a:spLocks noGrp="1" noChangeArrowheads="1"/>
          </p:cNvSpPr>
          <p:nvPr>
            <p:ph type="sldNum" sz="quarter" idx="11"/>
          </p:nvPr>
        </p:nvSpPr>
        <p:spPr>
          <a:ln/>
        </p:spPr>
        <p:txBody>
          <a:bodyPr/>
          <a:lstStyle>
            <a:lvl1pPr>
              <a:defRPr/>
            </a:lvl1pPr>
          </a:lstStyle>
          <a:p>
            <a:fld id="{661B56B0-52C0-4DC3-94D2-DC20D6EAC654}" type="slidenum">
              <a:rPr lang="en-US" altLang="ru-RU"/>
              <a:pPr/>
              <a:t>‹#›</a:t>
            </a:fld>
            <a:endParaRPr lang="en-US" altLang="ru-RU"/>
          </a:p>
        </p:txBody>
      </p:sp>
    </p:spTree>
    <p:extLst>
      <p:ext uri="{BB962C8B-B14F-4D97-AF65-F5344CB8AC3E}">
        <p14:creationId xmlns:p14="http://schemas.microsoft.com/office/powerpoint/2010/main" val="1712699946"/>
      </p:ext>
    </p:extLst>
  </p:cSld>
  <p:clrMapOvr>
    <a:masterClrMapping/>
  </p:clrMapOvr>
  <p:transition>
    <p:randomBa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4D9DB377-6A6F-4171-AADE-266E509272D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0A94A3D-500C-441E-8DF0-14967C8D32F4}"/>
              </a:ext>
            </a:extLst>
          </p:cNvPr>
          <p:cNvSpPr>
            <a:spLocks noGrp="1" noChangeArrowheads="1"/>
          </p:cNvSpPr>
          <p:nvPr>
            <p:ph type="sldNum" sz="quarter" idx="11"/>
          </p:nvPr>
        </p:nvSpPr>
        <p:spPr>
          <a:ln/>
        </p:spPr>
        <p:txBody>
          <a:bodyPr/>
          <a:lstStyle>
            <a:lvl1pPr>
              <a:defRPr/>
            </a:lvl1pPr>
          </a:lstStyle>
          <a:p>
            <a:fld id="{05F2E0E0-7BCA-4B9C-8224-A6E0EA4E6CF3}" type="slidenum">
              <a:rPr lang="en-US" altLang="ru-RU"/>
              <a:pPr/>
              <a:t>‹#›</a:t>
            </a:fld>
            <a:endParaRPr lang="en-US" altLang="ru-RU"/>
          </a:p>
        </p:txBody>
      </p:sp>
    </p:spTree>
    <p:extLst>
      <p:ext uri="{BB962C8B-B14F-4D97-AF65-F5344CB8AC3E}">
        <p14:creationId xmlns:p14="http://schemas.microsoft.com/office/powerpoint/2010/main" val="3650438063"/>
      </p:ext>
    </p:extLst>
  </p:cSld>
  <p:clrMapOvr>
    <a:masterClrMapping/>
  </p:clrMapOvr>
  <p:transition>
    <p:randomBa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6593D256-BB62-4BCB-8DCD-B7D3850D015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97441D3A-A0BB-4344-9CF8-923E930D3335}"/>
              </a:ext>
            </a:extLst>
          </p:cNvPr>
          <p:cNvSpPr>
            <a:spLocks noGrp="1" noChangeArrowheads="1"/>
          </p:cNvSpPr>
          <p:nvPr>
            <p:ph type="sldNum" sz="quarter" idx="11"/>
          </p:nvPr>
        </p:nvSpPr>
        <p:spPr>
          <a:ln/>
        </p:spPr>
        <p:txBody>
          <a:bodyPr/>
          <a:lstStyle>
            <a:lvl1pPr>
              <a:defRPr/>
            </a:lvl1pPr>
          </a:lstStyle>
          <a:p>
            <a:fld id="{A349451C-9889-4B4C-8650-4E311BE6C59A}" type="slidenum">
              <a:rPr lang="en-US" altLang="ru-RU"/>
              <a:pPr/>
              <a:t>‹#›</a:t>
            </a:fld>
            <a:endParaRPr lang="en-US" altLang="ru-RU"/>
          </a:p>
        </p:txBody>
      </p:sp>
    </p:spTree>
    <p:extLst>
      <p:ext uri="{BB962C8B-B14F-4D97-AF65-F5344CB8AC3E}">
        <p14:creationId xmlns:p14="http://schemas.microsoft.com/office/powerpoint/2010/main" val="3906062298"/>
      </p:ext>
    </p:extLst>
  </p:cSld>
  <p:clrMapOvr>
    <a:masterClrMapping/>
  </p:clrMapOvr>
  <p:transition>
    <p:randomBa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7D064418-B462-430F-B9FF-D23D9CCCDC0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B67C3DB-BF51-472B-A2EF-B1B4626DEA82}"/>
              </a:ext>
            </a:extLst>
          </p:cNvPr>
          <p:cNvSpPr>
            <a:spLocks noGrp="1" noChangeArrowheads="1"/>
          </p:cNvSpPr>
          <p:nvPr>
            <p:ph type="sldNum" sz="quarter" idx="11"/>
          </p:nvPr>
        </p:nvSpPr>
        <p:spPr>
          <a:ln/>
        </p:spPr>
        <p:txBody>
          <a:bodyPr/>
          <a:lstStyle>
            <a:lvl1pPr>
              <a:defRPr/>
            </a:lvl1pPr>
          </a:lstStyle>
          <a:p>
            <a:fld id="{937C1889-5F74-453B-8146-1A8AE980D90D}" type="slidenum">
              <a:rPr lang="en-US" altLang="ru-RU"/>
              <a:pPr/>
              <a:t>‹#›</a:t>
            </a:fld>
            <a:endParaRPr lang="en-US" altLang="ru-RU"/>
          </a:p>
        </p:txBody>
      </p:sp>
    </p:spTree>
    <p:extLst>
      <p:ext uri="{BB962C8B-B14F-4D97-AF65-F5344CB8AC3E}">
        <p14:creationId xmlns:p14="http://schemas.microsoft.com/office/powerpoint/2010/main" val="2417065512"/>
      </p:ext>
    </p:extLst>
  </p:cSld>
  <p:clrMapOvr>
    <a:masterClrMapping/>
  </p:clrMapOvr>
  <p:transition>
    <p:randomBa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054BC7D7-522E-42E7-B111-F90851062B8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1765FD4-3514-4B03-A614-C3F4699D1416}"/>
              </a:ext>
            </a:extLst>
          </p:cNvPr>
          <p:cNvSpPr>
            <a:spLocks noGrp="1" noChangeArrowheads="1"/>
          </p:cNvSpPr>
          <p:nvPr>
            <p:ph type="sldNum" sz="quarter" idx="11"/>
          </p:nvPr>
        </p:nvSpPr>
        <p:spPr>
          <a:ln/>
        </p:spPr>
        <p:txBody>
          <a:bodyPr/>
          <a:lstStyle>
            <a:lvl1pPr>
              <a:defRPr/>
            </a:lvl1pPr>
          </a:lstStyle>
          <a:p>
            <a:fld id="{194C9CC4-EBEA-4A40-886B-32715C20570C}" type="slidenum">
              <a:rPr lang="en-US" altLang="ru-RU"/>
              <a:pPr/>
              <a:t>‹#›</a:t>
            </a:fld>
            <a:endParaRPr lang="en-US" altLang="ru-RU"/>
          </a:p>
        </p:txBody>
      </p:sp>
    </p:spTree>
    <p:extLst>
      <p:ext uri="{BB962C8B-B14F-4D97-AF65-F5344CB8AC3E}">
        <p14:creationId xmlns:p14="http://schemas.microsoft.com/office/powerpoint/2010/main" val="1736917031"/>
      </p:ext>
    </p:extLst>
  </p:cSld>
  <p:clrMapOvr>
    <a:masterClrMapping/>
  </p:clrMapOvr>
  <p:transition>
    <p:randomBa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529082F-BCA7-47DE-9D26-4D416BB5D6D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3BD3311-961F-4209-AF82-5AB2BE5DE28C}"/>
              </a:ext>
            </a:extLst>
          </p:cNvPr>
          <p:cNvSpPr>
            <a:spLocks noGrp="1" noChangeArrowheads="1"/>
          </p:cNvSpPr>
          <p:nvPr>
            <p:ph type="sldNum" sz="quarter" idx="11"/>
          </p:nvPr>
        </p:nvSpPr>
        <p:spPr>
          <a:ln/>
        </p:spPr>
        <p:txBody>
          <a:bodyPr/>
          <a:lstStyle>
            <a:lvl1pPr>
              <a:defRPr/>
            </a:lvl1pPr>
          </a:lstStyle>
          <a:p>
            <a:fld id="{4C99D22B-C6E7-4308-96EF-4A861A4D1155}" type="slidenum">
              <a:rPr lang="en-US" altLang="ru-RU"/>
              <a:pPr/>
              <a:t>‹#›</a:t>
            </a:fld>
            <a:endParaRPr lang="en-US" altLang="ru-RU"/>
          </a:p>
        </p:txBody>
      </p:sp>
    </p:spTree>
    <p:extLst>
      <p:ext uri="{BB962C8B-B14F-4D97-AF65-F5344CB8AC3E}">
        <p14:creationId xmlns:p14="http://schemas.microsoft.com/office/powerpoint/2010/main" val="4105506312"/>
      </p:ext>
    </p:extLst>
  </p:cSld>
  <p:clrMapOvr>
    <a:masterClrMapping/>
  </p:clrMapOvr>
  <p:transition>
    <p:randomBa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2263" y="274638"/>
            <a:ext cx="2030412" cy="5238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79438" y="274638"/>
            <a:ext cx="5940425" cy="5238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745BA92-B5EF-4CC0-8133-741FC9D7C90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A7ACDD0-DAD2-4FC6-8E77-DF5F72834342}"/>
              </a:ext>
            </a:extLst>
          </p:cNvPr>
          <p:cNvSpPr>
            <a:spLocks noGrp="1" noChangeArrowheads="1"/>
          </p:cNvSpPr>
          <p:nvPr>
            <p:ph type="sldNum" sz="quarter" idx="11"/>
          </p:nvPr>
        </p:nvSpPr>
        <p:spPr>
          <a:ln/>
        </p:spPr>
        <p:txBody>
          <a:bodyPr/>
          <a:lstStyle>
            <a:lvl1pPr>
              <a:defRPr/>
            </a:lvl1pPr>
          </a:lstStyle>
          <a:p>
            <a:fld id="{F905A55A-42D2-4E67-9984-F62E5B5490ED}" type="slidenum">
              <a:rPr lang="en-US" altLang="ru-RU"/>
              <a:pPr/>
              <a:t>‹#›</a:t>
            </a:fld>
            <a:endParaRPr lang="en-US" altLang="ru-RU"/>
          </a:p>
        </p:txBody>
      </p:sp>
    </p:spTree>
    <p:extLst>
      <p:ext uri="{BB962C8B-B14F-4D97-AF65-F5344CB8AC3E}">
        <p14:creationId xmlns:p14="http://schemas.microsoft.com/office/powerpoint/2010/main" val="53439669"/>
      </p:ext>
    </p:extLst>
  </p:cSld>
  <p:clrMapOvr>
    <a:masterClrMapping/>
  </p:clrMapOvr>
  <p:transition>
    <p:randomBa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229D8A7-8752-48ED-BBE8-1FE737AD3162}"/>
              </a:ext>
            </a:extLst>
          </p:cNvPr>
          <p:cNvSpPr>
            <a:spLocks noGrp="1" noChangeArrowheads="1"/>
          </p:cNvSpPr>
          <p:nvPr>
            <p:ph type="title"/>
          </p:nvPr>
        </p:nvSpPr>
        <p:spPr bwMode="auto">
          <a:xfrm>
            <a:off x="930275"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ru-RU"/>
              <a:t>Click to edit Master title style</a:t>
            </a:r>
          </a:p>
        </p:txBody>
      </p:sp>
      <p:sp>
        <p:nvSpPr>
          <p:cNvPr id="1027" name="Rectangle 3">
            <a:extLst>
              <a:ext uri="{FF2B5EF4-FFF2-40B4-BE49-F238E27FC236}">
                <a16:creationId xmlns:a16="http://schemas.microsoft.com/office/drawing/2014/main" id="{0C0985DE-9999-4D41-9D76-02DF45287C7A}"/>
              </a:ext>
            </a:extLst>
          </p:cNvPr>
          <p:cNvSpPr>
            <a:spLocks noGrp="1" noChangeArrowheads="1"/>
          </p:cNvSpPr>
          <p:nvPr>
            <p:ph type="body" idx="1"/>
          </p:nvPr>
        </p:nvSpPr>
        <p:spPr bwMode="auto">
          <a:xfrm>
            <a:off x="579438" y="13985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ru-RU"/>
              <a:t>Click to edit Master text styles</a:t>
            </a:r>
          </a:p>
          <a:p>
            <a:pPr lvl="1"/>
            <a:r>
              <a:rPr lang="en-US" altLang="ru-RU"/>
              <a:t>Second level</a:t>
            </a:r>
          </a:p>
          <a:p>
            <a:pPr lvl="2"/>
            <a:r>
              <a:rPr lang="en-US" altLang="ru-RU"/>
              <a:t>Third level</a:t>
            </a:r>
          </a:p>
          <a:p>
            <a:pPr lvl="3"/>
            <a:r>
              <a:rPr lang="en-US" altLang="ru-RU"/>
              <a:t>Fourth level</a:t>
            </a:r>
          </a:p>
          <a:p>
            <a:pPr lvl="4"/>
            <a:r>
              <a:rPr lang="en-US" altLang="ru-RU"/>
              <a:t>Fifth level</a:t>
            </a:r>
          </a:p>
        </p:txBody>
      </p:sp>
      <p:sp>
        <p:nvSpPr>
          <p:cNvPr id="1029" name="Rectangle 5">
            <a:extLst>
              <a:ext uri="{FF2B5EF4-FFF2-40B4-BE49-F238E27FC236}">
                <a16:creationId xmlns:a16="http://schemas.microsoft.com/office/drawing/2014/main" id="{1001F18B-271D-4960-8B01-6182ADAF5E6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Times" charset="0"/>
              </a:defRPr>
            </a:lvl1pPr>
          </a:lstStyle>
          <a:p>
            <a:pPr>
              <a:defRPr/>
            </a:pPr>
            <a:endParaRPr lang="en-US"/>
          </a:p>
        </p:txBody>
      </p:sp>
      <p:sp>
        <p:nvSpPr>
          <p:cNvPr id="1030" name="Rectangle 6">
            <a:extLst>
              <a:ext uri="{FF2B5EF4-FFF2-40B4-BE49-F238E27FC236}">
                <a16:creationId xmlns:a16="http://schemas.microsoft.com/office/drawing/2014/main" id="{9D9E6543-AF75-4A34-8109-E3C34B443E72}"/>
              </a:ext>
            </a:extLst>
          </p:cNvPr>
          <p:cNvSpPr>
            <a:spLocks noGrp="1" noChangeArrowheads="1"/>
          </p:cNvSpPr>
          <p:nvPr>
            <p:ph type="sldNum" sz="quarter" idx="4"/>
          </p:nvPr>
        </p:nvSpPr>
        <p:spPr bwMode="auto">
          <a:xfrm>
            <a:off x="6615113" y="6392863"/>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800">
                <a:solidFill>
                  <a:srgbClr val="B2B2B2"/>
                </a:solidFill>
                <a:latin typeface="Arial" panose="020B0604020202020204" pitchFamily="34" charset="0"/>
              </a:defRPr>
            </a:lvl1pPr>
          </a:lstStyle>
          <a:p>
            <a:fld id="{660E5504-76D7-4958-AAC7-18507D444921}" type="slidenum">
              <a:rPr lang="en-US" altLang="ru-RU"/>
              <a:pPr/>
              <a:t>‹#›</a:t>
            </a:fld>
            <a:endParaRPr lang="en-US" altLang="ru-RU"/>
          </a:p>
        </p:txBody>
      </p:sp>
      <p:sp>
        <p:nvSpPr>
          <p:cNvPr id="1031" name="Line 7">
            <a:extLst>
              <a:ext uri="{FF2B5EF4-FFF2-40B4-BE49-F238E27FC236}">
                <a16:creationId xmlns:a16="http://schemas.microsoft.com/office/drawing/2014/main" id="{661F519D-EDE6-498C-9EEA-B7F442950508}"/>
              </a:ext>
            </a:extLst>
          </p:cNvPr>
          <p:cNvSpPr>
            <a:spLocks noChangeShapeType="1"/>
          </p:cNvSpPr>
          <p:nvPr/>
        </p:nvSpPr>
        <p:spPr bwMode="auto">
          <a:xfrm>
            <a:off x="1038225" y="1162050"/>
            <a:ext cx="8178800" cy="0"/>
          </a:xfrm>
          <a:prstGeom prst="line">
            <a:avLst/>
          </a:prstGeom>
          <a:noFill/>
          <a:ln w="22225">
            <a:solidFill>
              <a:srgbClr val="FF0000"/>
            </a:solidFill>
            <a:round/>
            <a:headEnd/>
            <a:tailEnd/>
          </a:ln>
          <a:effectLst/>
        </p:spPr>
        <p:txBody>
          <a:bodyPr wrap="none" anchor="ctr"/>
          <a:lstStyle/>
          <a:p>
            <a:pPr>
              <a:defRPr/>
            </a:pPr>
            <a:endParaRPr lang="en-US">
              <a:latin typeface="Times" charset="0"/>
            </a:endParaRPr>
          </a:p>
        </p:txBody>
      </p:sp>
      <p:pic>
        <p:nvPicPr>
          <p:cNvPr id="2" name="Picture 11">
            <a:extLst>
              <a:ext uri="{FF2B5EF4-FFF2-40B4-BE49-F238E27FC236}">
                <a16:creationId xmlns:a16="http://schemas.microsoft.com/office/drawing/2014/main" id="{188DC068-8C86-45AA-8773-941D0F05FF0D}"/>
              </a:ext>
            </a:extLst>
          </p:cNvPr>
          <p:cNvPicPr>
            <a:picLocks noChangeAspect="1" noChangeArrowheads="1"/>
          </p:cNvPicPr>
          <p:nvPr/>
        </p:nvPicPr>
        <p:blipFill>
          <a:blip r:embed="rId1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17550" y="6091238"/>
            <a:ext cx="1352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6" name="Line 12">
            <a:extLst>
              <a:ext uri="{FF2B5EF4-FFF2-40B4-BE49-F238E27FC236}">
                <a16:creationId xmlns:a16="http://schemas.microsoft.com/office/drawing/2014/main" id="{19E012CC-DEF1-4755-9BB4-5A65C11FE39C}"/>
              </a:ext>
            </a:extLst>
          </p:cNvPr>
          <p:cNvSpPr>
            <a:spLocks noChangeShapeType="1"/>
          </p:cNvSpPr>
          <p:nvPr/>
        </p:nvSpPr>
        <p:spPr bwMode="auto">
          <a:xfrm>
            <a:off x="1038225" y="5919788"/>
            <a:ext cx="8105775" cy="0"/>
          </a:xfrm>
          <a:prstGeom prst="line">
            <a:avLst/>
          </a:prstGeom>
          <a:noFill/>
          <a:ln w="12700">
            <a:solidFill>
              <a:srgbClr val="FF0000"/>
            </a:solidFill>
            <a:round/>
            <a:headEnd/>
            <a:tailEnd/>
          </a:ln>
          <a:effectLst/>
        </p:spPr>
        <p:txBody>
          <a:bodyPr wrap="none" anchor="ctr"/>
          <a:lstStyle/>
          <a:p>
            <a:pPr>
              <a:defRPr/>
            </a:pPr>
            <a:endParaRPr lang="en-US">
              <a:latin typeface="Times" charset="0"/>
            </a:endParaRPr>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randomBar/>
  </p:transition>
  <p:hf hdr="0" ftr="0" dt="0"/>
  <p:txStyles>
    <p:titleStyle>
      <a:lvl1pPr algn="l" rtl="0" eaLnBrk="0" fontAlgn="base" hangingPunct="0">
        <a:lnSpc>
          <a:spcPct val="90000"/>
        </a:lnSpc>
        <a:spcBef>
          <a:spcPct val="0"/>
        </a:spcBef>
        <a:spcAft>
          <a:spcPct val="0"/>
        </a:spcAft>
        <a:defRPr sz="3200" b="1">
          <a:solidFill>
            <a:schemeClr val="tx2"/>
          </a:solidFill>
          <a:latin typeface="+mj-lt"/>
          <a:ea typeface="+mj-ea"/>
          <a:cs typeface="+mj-cs"/>
        </a:defRPr>
      </a:lvl1pPr>
      <a:lvl2pPr algn="l" rtl="0" eaLnBrk="0" fontAlgn="base" hangingPunct="0">
        <a:lnSpc>
          <a:spcPct val="90000"/>
        </a:lnSpc>
        <a:spcBef>
          <a:spcPct val="0"/>
        </a:spcBef>
        <a:spcAft>
          <a:spcPct val="0"/>
        </a:spcAft>
        <a:defRPr sz="3200" b="1">
          <a:solidFill>
            <a:schemeClr val="tx2"/>
          </a:solidFill>
          <a:latin typeface="Arial" charset="0"/>
        </a:defRPr>
      </a:lvl2pPr>
      <a:lvl3pPr algn="l" rtl="0" eaLnBrk="0" fontAlgn="base" hangingPunct="0">
        <a:lnSpc>
          <a:spcPct val="90000"/>
        </a:lnSpc>
        <a:spcBef>
          <a:spcPct val="0"/>
        </a:spcBef>
        <a:spcAft>
          <a:spcPct val="0"/>
        </a:spcAft>
        <a:defRPr sz="3200" b="1">
          <a:solidFill>
            <a:schemeClr val="tx2"/>
          </a:solidFill>
          <a:latin typeface="Arial" charset="0"/>
        </a:defRPr>
      </a:lvl3pPr>
      <a:lvl4pPr algn="l" rtl="0" eaLnBrk="0" fontAlgn="base" hangingPunct="0">
        <a:lnSpc>
          <a:spcPct val="90000"/>
        </a:lnSpc>
        <a:spcBef>
          <a:spcPct val="0"/>
        </a:spcBef>
        <a:spcAft>
          <a:spcPct val="0"/>
        </a:spcAft>
        <a:defRPr sz="3200" b="1">
          <a:solidFill>
            <a:schemeClr val="tx2"/>
          </a:solidFill>
          <a:latin typeface="Arial" charset="0"/>
        </a:defRPr>
      </a:lvl4pPr>
      <a:lvl5pPr algn="l" rtl="0" eaLnBrk="0" fontAlgn="base" hangingPunct="0">
        <a:lnSpc>
          <a:spcPct val="90000"/>
        </a:lnSpc>
        <a:spcBef>
          <a:spcPct val="0"/>
        </a:spcBef>
        <a:spcAft>
          <a:spcPct val="0"/>
        </a:spcAft>
        <a:defRPr sz="3200" b="1">
          <a:solidFill>
            <a:schemeClr val="tx2"/>
          </a:solidFill>
          <a:latin typeface="Arial" charset="0"/>
        </a:defRPr>
      </a:lvl5pPr>
      <a:lvl6pPr marL="457200" algn="l" rtl="0" fontAlgn="base">
        <a:lnSpc>
          <a:spcPct val="90000"/>
        </a:lnSpc>
        <a:spcBef>
          <a:spcPct val="0"/>
        </a:spcBef>
        <a:spcAft>
          <a:spcPct val="0"/>
        </a:spcAft>
        <a:defRPr sz="3200" b="1">
          <a:solidFill>
            <a:schemeClr val="tx2"/>
          </a:solidFill>
          <a:latin typeface="Arial" charset="0"/>
        </a:defRPr>
      </a:lvl6pPr>
      <a:lvl7pPr marL="914400" algn="l" rtl="0" fontAlgn="base">
        <a:lnSpc>
          <a:spcPct val="90000"/>
        </a:lnSpc>
        <a:spcBef>
          <a:spcPct val="0"/>
        </a:spcBef>
        <a:spcAft>
          <a:spcPct val="0"/>
        </a:spcAft>
        <a:defRPr sz="3200" b="1">
          <a:solidFill>
            <a:schemeClr val="tx2"/>
          </a:solidFill>
          <a:latin typeface="Arial" charset="0"/>
        </a:defRPr>
      </a:lvl7pPr>
      <a:lvl8pPr marL="1371600" algn="l" rtl="0" fontAlgn="base">
        <a:lnSpc>
          <a:spcPct val="90000"/>
        </a:lnSpc>
        <a:spcBef>
          <a:spcPct val="0"/>
        </a:spcBef>
        <a:spcAft>
          <a:spcPct val="0"/>
        </a:spcAft>
        <a:defRPr sz="3200" b="1">
          <a:solidFill>
            <a:schemeClr val="tx2"/>
          </a:solidFill>
          <a:latin typeface="Arial" charset="0"/>
        </a:defRPr>
      </a:lvl8pPr>
      <a:lvl9pPr marL="1828800" algn="l" rtl="0" fontAlgn="base">
        <a:lnSpc>
          <a:spcPct val="90000"/>
        </a:lnSpc>
        <a:spcBef>
          <a:spcPct val="0"/>
        </a:spcBef>
        <a:spcAft>
          <a:spcPct val="0"/>
        </a:spcAft>
        <a:defRPr sz="3200" b="1">
          <a:solidFill>
            <a:schemeClr val="tx2"/>
          </a:solidFill>
          <a:latin typeface="Arial" charset="0"/>
        </a:defRPr>
      </a:lvl9pPr>
    </p:titleStyle>
    <p:bodyStyle>
      <a:lvl1pPr marL="347663" indent="-347663" algn="l" rtl="0" eaLnBrk="0" fontAlgn="base" hangingPunct="0">
        <a:lnSpc>
          <a:spcPct val="95000"/>
        </a:lnSpc>
        <a:spcBef>
          <a:spcPct val="35000"/>
        </a:spcBef>
        <a:spcAft>
          <a:spcPct val="0"/>
        </a:spcAft>
        <a:buChar char="•"/>
        <a:defRPr sz="2800">
          <a:solidFill>
            <a:schemeClr val="tx1"/>
          </a:solidFill>
          <a:latin typeface="+mn-lt"/>
          <a:ea typeface="+mn-ea"/>
          <a:cs typeface="+mn-cs"/>
        </a:defRPr>
      </a:lvl1pPr>
      <a:lvl2pPr marL="744538" indent="-282575" algn="l" rtl="0" eaLnBrk="0" fontAlgn="base" hangingPunct="0">
        <a:lnSpc>
          <a:spcPct val="95000"/>
        </a:lnSpc>
        <a:spcBef>
          <a:spcPct val="35000"/>
        </a:spcBef>
        <a:spcAft>
          <a:spcPct val="0"/>
        </a:spcAft>
        <a:buChar char="–"/>
        <a:defRPr sz="2400">
          <a:solidFill>
            <a:schemeClr val="tx1"/>
          </a:solidFill>
          <a:latin typeface="+mn-lt"/>
        </a:defRPr>
      </a:lvl2pPr>
      <a:lvl3pPr marL="1033463" indent="-174625" algn="l" rtl="0" eaLnBrk="0" fontAlgn="base" hangingPunct="0">
        <a:lnSpc>
          <a:spcPct val="95000"/>
        </a:lnSpc>
        <a:spcBef>
          <a:spcPct val="35000"/>
        </a:spcBef>
        <a:spcAft>
          <a:spcPct val="0"/>
        </a:spcAft>
        <a:buChar char="•"/>
        <a:defRPr sz="2000">
          <a:solidFill>
            <a:schemeClr val="tx1"/>
          </a:solidFill>
          <a:latin typeface="+mn-lt"/>
        </a:defRPr>
      </a:lvl3pPr>
      <a:lvl4pPr marL="1376363" indent="-228600" algn="l" rtl="0" eaLnBrk="0" fontAlgn="base" hangingPunct="0">
        <a:lnSpc>
          <a:spcPct val="95000"/>
        </a:lnSpc>
        <a:spcBef>
          <a:spcPct val="35000"/>
        </a:spcBef>
        <a:spcAft>
          <a:spcPct val="0"/>
        </a:spcAft>
        <a:buChar char="–"/>
        <a:defRPr sz="2000">
          <a:solidFill>
            <a:schemeClr val="tx1"/>
          </a:solidFill>
          <a:latin typeface="+mn-lt"/>
        </a:defRPr>
      </a:lvl4pPr>
      <a:lvl5pPr marL="1658938" indent="-168275" algn="l" rtl="0" eaLnBrk="0" fontAlgn="base" hangingPunct="0">
        <a:lnSpc>
          <a:spcPct val="95000"/>
        </a:lnSpc>
        <a:spcBef>
          <a:spcPct val="35000"/>
        </a:spcBef>
        <a:spcAft>
          <a:spcPct val="0"/>
        </a:spcAft>
        <a:buChar char="»"/>
        <a:defRPr sz="1600">
          <a:solidFill>
            <a:schemeClr val="tx1"/>
          </a:solidFill>
          <a:latin typeface="+mn-lt"/>
        </a:defRPr>
      </a:lvl5pPr>
      <a:lvl6pPr marL="2116138" indent="-168275" algn="l" rtl="0" fontAlgn="base">
        <a:lnSpc>
          <a:spcPct val="95000"/>
        </a:lnSpc>
        <a:spcBef>
          <a:spcPct val="35000"/>
        </a:spcBef>
        <a:spcAft>
          <a:spcPct val="0"/>
        </a:spcAft>
        <a:buChar char="»"/>
        <a:defRPr sz="1600">
          <a:solidFill>
            <a:schemeClr val="tx1"/>
          </a:solidFill>
          <a:latin typeface="+mn-lt"/>
        </a:defRPr>
      </a:lvl6pPr>
      <a:lvl7pPr marL="2573338" indent="-168275" algn="l" rtl="0" fontAlgn="base">
        <a:lnSpc>
          <a:spcPct val="95000"/>
        </a:lnSpc>
        <a:spcBef>
          <a:spcPct val="35000"/>
        </a:spcBef>
        <a:spcAft>
          <a:spcPct val="0"/>
        </a:spcAft>
        <a:buChar char="»"/>
        <a:defRPr sz="1600">
          <a:solidFill>
            <a:schemeClr val="tx1"/>
          </a:solidFill>
          <a:latin typeface="+mn-lt"/>
        </a:defRPr>
      </a:lvl7pPr>
      <a:lvl8pPr marL="3030538" indent="-168275" algn="l" rtl="0" fontAlgn="base">
        <a:lnSpc>
          <a:spcPct val="95000"/>
        </a:lnSpc>
        <a:spcBef>
          <a:spcPct val="35000"/>
        </a:spcBef>
        <a:spcAft>
          <a:spcPct val="0"/>
        </a:spcAft>
        <a:buChar char="»"/>
        <a:defRPr sz="1600">
          <a:solidFill>
            <a:schemeClr val="tx1"/>
          </a:solidFill>
          <a:latin typeface="+mn-lt"/>
        </a:defRPr>
      </a:lvl8pPr>
      <a:lvl9pPr marL="3487738" indent="-168275" algn="l" rtl="0" fontAlgn="base">
        <a:lnSpc>
          <a:spcPct val="95000"/>
        </a:lnSpc>
        <a:spcBef>
          <a:spcPct val="35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dubemsapp01/EventUpdate/EventUpd2.aspx"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dubemsapp01/EventUpdate/EventUpd2.aspx"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dubemsapp01/ReservationAdmin/WebForm1.aspx"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98CCDD5-D5F5-4DB3-A305-DDD90F59A32D}"/>
              </a:ext>
            </a:extLst>
          </p:cNvPr>
          <p:cNvSpPr>
            <a:spLocks noGrp="1" noChangeArrowheads="1"/>
          </p:cNvSpPr>
          <p:nvPr>
            <p:ph type="ctrTitle"/>
          </p:nvPr>
        </p:nvSpPr>
        <p:spPr/>
        <p:txBody>
          <a:bodyPr/>
          <a:lstStyle/>
          <a:p>
            <a:pPr eaLnBrk="1" hangingPunct="1"/>
            <a:r>
              <a:rPr lang="en-US" altLang="ru-RU"/>
              <a:t>EMS Intranet</a:t>
            </a:r>
          </a:p>
        </p:txBody>
      </p:sp>
      <p:sp>
        <p:nvSpPr>
          <p:cNvPr id="3075" name="Rectangle 3">
            <a:extLst>
              <a:ext uri="{FF2B5EF4-FFF2-40B4-BE49-F238E27FC236}">
                <a16:creationId xmlns:a16="http://schemas.microsoft.com/office/drawing/2014/main" id="{7343EC95-083B-4FB3-8AA6-555FD9B4FB30}"/>
              </a:ext>
            </a:extLst>
          </p:cNvPr>
          <p:cNvSpPr>
            <a:spLocks noGrp="1" noChangeArrowheads="1"/>
          </p:cNvSpPr>
          <p:nvPr>
            <p:ph type="subTitle" idx="1"/>
          </p:nvPr>
        </p:nvSpPr>
        <p:spPr>
          <a:xfrm>
            <a:off x="935038" y="4784725"/>
            <a:ext cx="4833937" cy="914400"/>
          </a:xfrm>
        </p:spPr>
        <p:txBody>
          <a:bodyPr/>
          <a:lstStyle/>
          <a:p>
            <a:pPr eaLnBrk="1" hangingPunct="1"/>
            <a:r>
              <a:rPr lang="en-US" altLang="ru-RU"/>
              <a:t>Brian W. Smith</a:t>
            </a:r>
          </a:p>
          <a:p>
            <a:pPr eaLnBrk="1" hangingPunct="1"/>
            <a:r>
              <a:rPr lang="en-US" altLang="ru-RU" sz="1600"/>
              <a:t>Under the Hood with the New EMS Website</a:t>
            </a:r>
          </a:p>
          <a:p>
            <a:pPr eaLnBrk="1" hangingPunct="1"/>
            <a:r>
              <a:rPr lang="en-US" altLang="ru-RU" sz="1600"/>
              <a:t>Cardinal Health</a:t>
            </a:r>
          </a:p>
        </p:txBody>
      </p:sp>
      <p:sp>
        <p:nvSpPr>
          <p:cNvPr id="3076" name="Rectangle 4">
            <a:extLst>
              <a:ext uri="{FF2B5EF4-FFF2-40B4-BE49-F238E27FC236}">
                <a16:creationId xmlns:a16="http://schemas.microsoft.com/office/drawing/2014/main" id="{706695FB-4D83-42CE-A08C-8C67B72A1FF9}"/>
              </a:ext>
            </a:extLst>
          </p:cNvPr>
          <p:cNvSpPr>
            <a:spLocks noChangeArrowheads="1"/>
          </p:cNvSpPr>
          <p:nvPr/>
        </p:nvSpPr>
        <p:spPr bwMode="auto">
          <a:xfrm>
            <a:off x="936625" y="58547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ru-RU" sz="1400">
                <a:latin typeface="Arial" panose="020B0604020202020204" pitchFamily="34" charset="0"/>
              </a:rPr>
              <a:t>April 23, 2004</a:t>
            </a:r>
          </a:p>
        </p:txBody>
      </p:sp>
    </p:spTree>
  </p:cSld>
  <p:clrMapOvr>
    <a:masterClrMapping/>
  </p:clrMapOvr>
  <p:transition>
    <p:randomBa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2A45269-71BD-4E96-B8E9-E905BD0C9F7D}"/>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A193120-3051-43A6-A3EC-F16F798802B7}" type="slidenum">
              <a:rPr lang="en-US" altLang="ru-RU" sz="800">
                <a:solidFill>
                  <a:srgbClr val="B2B2B2"/>
                </a:solidFill>
                <a:latin typeface="Arial" panose="020B0604020202020204" pitchFamily="34" charset="0"/>
              </a:rPr>
              <a:pPr/>
              <a:t>2</a:t>
            </a:fld>
            <a:endParaRPr lang="en-US" altLang="ru-RU" sz="800">
              <a:solidFill>
                <a:srgbClr val="B2B2B2"/>
              </a:solidFill>
              <a:latin typeface="Arial" panose="020B0604020202020204" pitchFamily="34" charset="0"/>
            </a:endParaRPr>
          </a:p>
        </p:txBody>
      </p:sp>
      <p:sp>
        <p:nvSpPr>
          <p:cNvPr id="4099" name="Rectangle 2">
            <a:extLst>
              <a:ext uri="{FF2B5EF4-FFF2-40B4-BE49-F238E27FC236}">
                <a16:creationId xmlns:a16="http://schemas.microsoft.com/office/drawing/2014/main" id="{6246322B-FF87-4C74-B02A-BE3AA9AFCCE2}"/>
              </a:ext>
            </a:extLst>
          </p:cNvPr>
          <p:cNvSpPr>
            <a:spLocks noGrp="1" noChangeArrowheads="1"/>
          </p:cNvSpPr>
          <p:nvPr>
            <p:ph type="body" idx="1"/>
          </p:nvPr>
        </p:nvSpPr>
        <p:spPr/>
        <p:txBody>
          <a:bodyPr/>
          <a:lstStyle/>
          <a:p>
            <a:pPr eaLnBrk="1" hangingPunct="1">
              <a:lnSpc>
                <a:spcPct val="100000"/>
              </a:lnSpc>
              <a:spcAft>
                <a:spcPct val="20000"/>
              </a:spcAft>
            </a:pPr>
            <a:r>
              <a:rPr lang="en-US" altLang="ru-RU" sz="2000"/>
              <a:t>Site Objective</a:t>
            </a:r>
          </a:p>
          <a:p>
            <a:pPr eaLnBrk="1" hangingPunct="1">
              <a:lnSpc>
                <a:spcPct val="100000"/>
              </a:lnSpc>
              <a:spcAft>
                <a:spcPct val="20000"/>
              </a:spcAft>
            </a:pPr>
            <a:r>
              <a:rPr lang="en-US" altLang="ru-RU" sz="2000"/>
              <a:t>Server and IIS Details</a:t>
            </a:r>
          </a:p>
          <a:p>
            <a:pPr eaLnBrk="1" hangingPunct="1">
              <a:lnSpc>
                <a:spcPct val="100000"/>
              </a:lnSpc>
              <a:spcAft>
                <a:spcPct val="20000"/>
              </a:spcAft>
            </a:pPr>
            <a:r>
              <a:rPr lang="en-US" altLang="ru-RU" sz="2000"/>
              <a:t>Programming Details</a:t>
            </a:r>
          </a:p>
          <a:p>
            <a:pPr eaLnBrk="1" hangingPunct="1">
              <a:lnSpc>
                <a:spcPct val="100000"/>
              </a:lnSpc>
              <a:spcAft>
                <a:spcPct val="20000"/>
              </a:spcAft>
            </a:pPr>
            <a:r>
              <a:rPr lang="en-US" altLang="ru-RU" sz="2000"/>
              <a:t>Site Review</a:t>
            </a:r>
          </a:p>
          <a:p>
            <a:pPr eaLnBrk="1" hangingPunct="1">
              <a:lnSpc>
                <a:spcPct val="100000"/>
              </a:lnSpc>
              <a:spcAft>
                <a:spcPct val="20000"/>
              </a:spcAft>
            </a:pPr>
            <a:r>
              <a:rPr lang="en-US" altLang="ru-RU" sz="2000"/>
              <a:t>Site Support</a:t>
            </a:r>
          </a:p>
          <a:p>
            <a:pPr eaLnBrk="1" hangingPunct="1">
              <a:lnSpc>
                <a:spcPct val="100000"/>
              </a:lnSpc>
              <a:spcAft>
                <a:spcPct val="20000"/>
              </a:spcAft>
            </a:pPr>
            <a:r>
              <a:rPr lang="en-US" altLang="ru-RU" sz="2000"/>
              <a:t>Brief look at the Admin Site</a:t>
            </a:r>
          </a:p>
          <a:p>
            <a:pPr eaLnBrk="1" hangingPunct="1">
              <a:lnSpc>
                <a:spcPct val="100000"/>
              </a:lnSpc>
              <a:spcAft>
                <a:spcPct val="20000"/>
              </a:spcAft>
            </a:pPr>
            <a:r>
              <a:rPr lang="en-US" altLang="ru-RU" sz="2000"/>
              <a:t>Q&amp;A</a:t>
            </a:r>
          </a:p>
        </p:txBody>
      </p:sp>
      <p:sp>
        <p:nvSpPr>
          <p:cNvPr id="4100" name="Rectangle 3">
            <a:extLst>
              <a:ext uri="{FF2B5EF4-FFF2-40B4-BE49-F238E27FC236}">
                <a16:creationId xmlns:a16="http://schemas.microsoft.com/office/drawing/2014/main" id="{607C0C49-7DD3-42E6-8419-154B73C5DB93}"/>
              </a:ext>
            </a:extLst>
          </p:cNvPr>
          <p:cNvSpPr>
            <a:spLocks noGrp="1" noChangeArrowheads="1"/>
          </p:cNvSpPr>
          <p:nvPr>
            <p:ph type="title"/>
          </p:nvPr>
        </p:nvSpPr>
        <p:spPr/>
        <p:txBody>
          <a:bodyPr/>
          <a:lstStyle/>
          <a:p>
            <a:pPr eaLnBrk="1" hangingPunct="1"/>
            <a:r>
              <a:rPr lang="en-US" altLang="ru-RU"/>
              <a:t>Agenda</a:t>
            </a:r>
          </a:p>
        </p:txBody>
      </p:sp>
    </p:spTree>
  </p:cSld>
  <p:clrMapOvr>
    <a:masterClrMapping/>
  </p:clrMapOvr>
  <p:transition>
    <p:randomBa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30E106-44FD-4478-B402-4BAD563DB31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CF1F72B-5D88-47CF-8402-71C838F5D086}" type="slidenum">
              <a:rPr lang="en-US" altLang="ru-RU" sz="800">
                <a:solidFill>
                  <a:srgbClr val="B2B2B2"/>
                </a:solidFill>
                <a:latin typeface="Arial" panose="020B0604020202020204" pitchFamily="34" charset="0"/>
              </a:rPr>
              <a:pPr/>
              <a:t>3</a:t>
            </a:fld>
            <a:endParaRPr lang="en-US" altLang="ru-RU" sz="800">
              <a:solidFill>
                <a:srgbClr val="B2B2B2"/>
              </a:solidFill>
              <a:latin typeface="Arial" panose="020B0604020202020204" pitchFamily="34" charset="0"/>
            </a:endParaRPr>
          </a:p>
        </p:txBody>
      </p:sp>
      <p:sp>
        <p:nvSpPr>
          <p:cNvPr id="5123" name="Rectangle 2">
            <a:extLst>
              <a:ext uri="{FF2B5EF4-FFF2-40B4-BE49-F238E27FC236}">
                <a16:creationId xmlns:a16="http://schemas.microsoft.com/office/drawing/2014/main" id="{62A75742-F0E5-4647-A877-379E2E126A7A}"/>
              </a:ext>
            </a:extLst>
          </p:cNvPr>
          <p:cNvSpPr>
            <a:spLocks noGrp="1" noChangeArrowheads="1"/>
          </p:cNvSpPr>
          <p:nvPr>
            <p:ph type="title"/>
          </p:nvPr>
        </p:nvSpPr>
        <p:spPr/>
        <p:txBody>
          <a:bodyPr/>
          <a:lstStyle/>
          <a:p>
            <a:pPr eaLnBrk="1" hangingPunct="1"/>
            <a:r>
              <a:rPr lang="en-US" altLang="ru-RU"/>
              <a:t>Objective of Intranet Site</a:t>
            </a:r>
          </a:p>
        </p:txBody>
      </p:sp>
      <p:sp>
        <p:nvSpPr>
          <p:cNvPr id="5124" name="Rectangle 3">
            <a:extLst>
              <a:ext uri="{FF2B5EF4-FFF2-40B4-BE49-F238E27FC236}">
                <a16:creationId xmlns:a16="http://schemas.microsoft.com/office/drawing/2014/main" id="{0A7CBADA-C05D-434E-BCBC-9005215B07F5}"/>
              </a:ext>
            </a:extLst>
          </p:cNvPr>
          <p:cNvSpPr>
            <a:spLocks noGrp="1" noChangeArrowheads="1"/>
          </p:cNvSpPr>
          <p:nvPr>
            <p:ph type="body" idx="1"/>
          </p:nvPr>
        </p:nvSpPr>
        <p:spPr/>
        <p:txBody>
          <a:bodyPr/>
          <a:lstStyle/>
          <a:p>
            <a:pPr eaLnBrk="1" hangingPunct="1"/>
            <a:r>
              <a:rPr lang="en-US" altLang="ru-RU" sz="2000"/>
              <a:t>Provide up to date information to end users.</a:t>
            </a:r>
          </a:p>
          <a:p>
            <a:pPr eaLnBrk="1" hangingPunct="1"/>
            <a:r>
              <a:rPr lang="en-US" altLang="ru-RU" sz="2000"/>
              <a:t>Provide automated processing and real time reporting.</a:t>
            </a:r>
          </a:p>
          <a:p>
            <a:pPr eaLnBrk="1" hangingPunct="1"/>
            <a:r>
              <a:rPr lang="en-US" altLang="ru-RU" sz="2000"/>
              <a:t>Provide a gateway for end users to communicate directly with an EMS representative.</a:t>
            </a:r>
          </a:p>
          <a:p>
            <a:pPr eaLnBrk="1" hangingPunct="1"/>
            <a:r>
              <a:rPr lang="en-US" altLang="ru-RU" sz="2000"/>
              <a:t>Provide correct up to date information to reduce the total amount of help desk calls received regarding E-Mail.</a:t>
            </a:r>
          </a:p>
          <a:p>
            <a:pPr eaLnBrk="1" hangingPunct="1"/>
            <a:r>
              <a:rPr lang="en-US" altLang="ru-RU" sz="2000"/>
              <a:t>Allow users to easily find the information and tools they are looking for.</a:t>
            </a:r>
          </a:p>
        </p:txBody>
      </p:sp>
    </p:spTree>
  </p:cSld>
  <p:clrMapOvr>
    <a:masterClrMapping/>
  </p:clrMapOvr>
  <p:transition>
    <p:randomBa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DE96E0A9-2E56-45AA-8A45-952C27B75290}"/>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245E5D0-0E3D-44A2-A0B4-80C7F1252EBF}" type="slidenum">
              <a:rPr lang="en-US" altLang="ru-RU" sz="800">
                <a:solidFill>
                  <a:srgbClr val="B2B2B2"/>
                </a:solidFill>
                <a:latin typeface="Arial" panose="020B0604020202020204" pitchFamily="34" charset="0"/>
              </a:rPr>
              <a:pPr/>
              <a:t>4</a:t>
            </a:fld>
            <a:endParaRPr lang="en-US" altLang="ru-RU" sz="800">
              <a:solidFill>
                <a:srgbClr val="B2B2B2"/>
              </a:solidFill>
              <a:latin typeface="Arial" panose="020B0604020202020204" pitchFamily="34" charset="0"/>
            </a:endParaRPr>
          </a:p>
        </p:txBody>
      </p:sp>
      <p:sp>
        <p:nvSpPr>
          <p:cNvPr id="6147" name="Rectangle 2">
            <a:extLst>
              <a:ext uri="{FF2B5EF4-FFF2-40B4-BE49-F238E27FC236}">
                <a16:creationId xmlns:a16="http://schemas.microsoft.com/office/drawing/2014/main" id="{341A3AF1-ED41-4CFB-836A-FE496222DCB2}"/>
              </a:ext>
            </a:extLst>
          </p:cNvPr>
          <p:cNvSpPr>
            <a:spLocks noGrp="1" noChangeArrowheads="1"/>
          </p:cNvSpPr>
          <p:nvPr>
            <p:ph type="body" idx="1"/>
          </p:nvPr>
        </p:nvSpPr>
        <p:spPr>
          <a:xfrm>
            <a:off x="579438" y="1398588"/>
            <a:ext cx="3571875" cy="4459287"/>
          </a:xfrm>
        </p:spPr>
        <p:txBody>
          <a:bodyPr/>
          <a:lstStyle/>
          <a:p>
            <a:pPr eaLnBrk="1" hangingPunct="1">
              <a:buFontTx/>
              <a:buNone/>
            </a:pPr>
            <a:r>
              <a:rPr lang="en-US" altLang="ru-RU" sz="2000" b="1"/>
              <a:t>Server Name</a:t>
            </a:r>
          </a:p>
          <a:p>
            <a:pPr eaLnBrk="1" hangingPunct="1"/>
            <a:r>
              <a:rPr lang="en-US" altLang="ru-RU" sz="2000"/>
              <a:t>DUBEMSAPP01</a:t>
            </a:r>
          </a:p>
          <a:p>
            <a:pPr eaLnBrk="1" hangingPunct="1">
              <a:buFontTx/>
              <a:buNone/>
            </a:pPr>
            <a:r>
              <a:rPr lang="en-US" altLang="ru-RU" sz="2000" b="1"/>
              <a:t>OS</a:t>
            </a:r>
          </a:p>
          <a:p>
            <a:pPr eaLnBrk="1" hangingPunct="1"/>
            <a:r>
              <a:rPr lang="en-US" altLang="ru-RU" sz="2000"/>
              <a:t>Windows Server 2003 Enterprise</a:t>
            </a:r>
          </a:p>
          <a:p>
            <a:pPr eaLnBrk="1" hangingPunct="1">
              <a:buFontTx/>
              <a:buNone/>
            </a:pPr>
            <a:r>
              <a:rPr lang="en-US" altLang="ru-RU" sz="2000" b="1"/>
              <a:t>CPU</a:t>
            </a:r>
          </a:p>
          <a:p>
            <a:pPr eaLnBrk="1" hangingPunct="1"/>
            <a:r>
              <a:rPr lang="en-US" altLang="ru-RU" sz="2000"/>
              <a:t>2.4GHz</a:t>
            </a:r>
          </a:p>
          <a:p>
            <a:pPr eaLnBrk="1" hangingPunct="1">
              <a:buFontTx/>
              <a:buNone/>
            </a:pPr>
            <a:r>
              <a:rPr lang="en-US" altLang="ru-RU" sz="2000" b="1"/>
              <a:t>RAM</a:t>
            </a:r>
          </a:p>
          <a:p>
            <a:pPr eaLnBrk="1" hangingPunct="1"/>
            <a:r>
              <a:rPr lang="en-US" altLang="ru-RU" sz="2000"/>
              <a:t>2.5GB</a:t>
            </a:r>
          </a:p>
        </p:txBody>
      </p:sp>
      <p:sp>
        <p:nvSpPr>
          <p:cNvPr id="6148" name="Rectangle 3">
            <a:extLst>
              <a:ext uri="{FF2B5EF4-FFF2-40B4-BE49-F238E27FC236}">
                <a16:creationId xmlns:a16="http://schemas.microsoft.com/office/drawing/2014/main" id="{D5E80D01-3B95-4968-B4FF-E0877E48692B}"/>
              </a:ext>
            </a:extLst>
          </p:cNvPr>
          <p:cNvSpPr>
            <a:spLocks noGrp="1" noChangeArrowheads="1"/>
          </p:cNvSpPr>
          <p:nvPr>
            <p:ph type="title"/>
          </p:nvPr>
        </p:nvSpPr>
        <p:spPr/>
        <p:txBody>
          <a:bodyPr/>
          <a:lstStyle/>
          <a:p>
            <a:pPr eaLnBrk="1" hangingPunct="1"/>
            <a:r>
              <a:rPr lang="en-US" altLang="ru-RU"/>
              <a:t>Server Information</a:t>
            </a:r>
          </a:p>
        </p:txBody>
      </p:sp>
      <p:sp>
        <p:nvSpPr>
          <p:cNvPr id="6149" name="Rectangle 7">
            <a:extLst>
              <a:ext uri="{FF2B5EF4-FFF2-40B4-BE49-F238E27FC236}">
                <a16:creationId xmlns:a16="http://schemas.microsoft.com/office/drawing/2014/main" id="{8FC85B02-16A9-4BC3-A797-B069EAE443C5}"/>
              </a:ext>
            </a:extLst>
          </p:cNvPr>
          <p:cNvSpPr>
            <a:spLocks noChangeArrowheads="1"/>
          </p:cNvSpPr>
          <p:nvPr/>
        </p:nvSpPr>
        <p:spPr bwMode="auto">
          <a:xfrm>
            <a:off x="4562475" y="1417638"/>
            <a:ext cx="3571875" cy="44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7663" indent="-347663">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lnSpc>
                <a:spcPct val="95000"/>
              </a:lnSpc>
              <a:spcBef>
                <a:spcPct val="35000"/>
              </a:spcBef>
            </a:pPr>
            <a:r>
              <a:rPr lang="en-US" altLang="ru-RU" sz="2000" b="1">
                <a:latin typeface="Arial" panose="020B0604020202020204" pitchFamily="34" charset="0"/>
              </a:rPr>
              <a:t>Drive Configuration</a:t>
            </a:r>
          </a:p>
          <a:p>
            <a:pPr eaLnBrk="1" hangingPunct="1">
              <a:lnSpc>
                <a:spcPct val="95000"/>
              </a:lnSpc>
              <a:spcBef>
                <a:spcPct val="35000"/>
              </a:spcBef>
              <a:buFontTx/>
              <a:buChar char="•"/>
            </a:pPr>
            <a:r>
              <a:rPr lang="en-US" altLang="ru-RU" sz="2000">
                <a:latin typeface="Arial" panose="020B0604020202020204" pitchFamily="34" charset="0"/>
              </a:rPr>
              <a:t>C</a:t>
            </a:r>
            <a:r>
              <a:rPr lang="en-US" altLang="ru-RU" sz="2000">
                <a:latin typeface="Arial" panose="020B0604020202020204" pitchFamily="34" charset="0"/>
                <a:sym typeface="Wingdings" panose="05000000000000000000" pitchFamily="2" charset="2"/>
              </a:rPr>
              <a:t>:(System) – 8GB</a:t>
            </a:r>
          </a:p>
          <a:p>
            <a:pPr eaLnBrk="1" hangingPunct="1">
              <a:lnSpc>
                <a:spcPct val="95000"/>
              </a:lnSpc>
              <a:spcBef>
                <a:spcPct val="35000"/>
              </a:spcBef>
              <a:buFontTx/>
              <a:buChar char="•"/>
            </a:pPr>
            <a:r>
              <a:rPr lang="en-US" altLang="ru-RU" sz="2000">
                <a:latin typeface="Arial" panose="020B0604020202020204" pitchFamily="34" charset="0"/>
                <a:sym typeface="Wingdings" panose="05000000000000000000" pitchFamily="2" charset="2"/>
              </a:rPr>
              <a:t>D:(File Server) – 146GB</a:t>
            </a:r>
          </a:p>
          <a:p>
            <a:pPr eaLnBrk="1" hangingPunct="1">
              <a:lnSpc>
                <a:spcPct val="95000"/>
              </a:lnSpc>
              <a:spcBef>
                <a:spcPct val="35000"/>
              </a:spcBef>
              <a:buFontTx/>
              <a:buChar char="•"/>
            </a:pPr>
            <a:r>
              <a:rPr lang="en-US" altLang="ru-RU" sz="2000">
                <a:latin typeface="Arial" panose="020B0604020202020204" pitchFamily="34" charset="0"/>
                <a:sym typeface="Wingdings" panose="05000000000000000000" pitchFamily="2" charset="2"/>
              </a:rPr>
              <a:t>S:(Swap) – 8GB</a:t>
            </a:r>
          </a:p>
          <a:p>
            <a:pPr eaLnBrk="1" hangingPunct="1">
              <a:lnSpc>
                <a:spcPct val="95000"/>
              </a:lnSpc>
              <a:spcBef>
                <a:spcPct val="35000"/>
              </a:spcBef>
              <a:buFontTx/>
              <a:buChar char="•"/>
            </a:pPr>
            <a:r>
              <a:rPr lang="en-US" altLang="ru-RU" sz="2000">
                <a:latin typeface="Arial" panose="020B0604020202020204" pitchFamily="34" charset="0"/>
                <a:sym typeface="Wingdings" panose="05000000000000000000" pitchFamily="2" charset="2"/>
              </a:rPr>
              <a:t>W:(Web) – 8GB</a:t>
            </a:r>
          </a:p>
          <a:p>
            <a:pPr eaLnBrk="1" hangingPunct="1">
              <a:lnSpc>
                <a:spcPct val="95000"/>
              </a:lnSpc>
              <a:spcBef>
                <a:spcPct val="35000"/>
              </a:spcBef>
            </a:pPr>
            <a:r>
              <a:rPr lang="en-US" altLang="ru-RU" sz="2000" b="1">
                <a:latin typeface="Arial" panose="020B0604020202020204" pitchFamily="34" charset="0"/>
              </a:rPr>
              <a:t>Backup</a:t>
            </a:r>
          </a:p>
          <a:p>
            <a:pPr eaLnBrk="1" hangingPunct="1">
              <a:lnSpc>
                <a:spcPct val="95000"/>
              </a:lnSpc>
              <a:spcBef>
                <a:spcPct val="35000"/>
              </a:spcBef>
              <a:buFontTx/>
              <a:buChar char="•"/>
            </a:pPr>
            <a:r>
              <a:rPr lang="en-US" altLang="ru-RU" sz="2000">
                <a:latin typeface="Arial" panose="020B0604020202020204" pitchFamily="34" charset="0"/>
              </a:rPr>
              <a:t>Remote Backup from DUBEXPF01</a:t>
            </a:r>
          </a:p>
        </p:txBody>
      </p:sp>
    </p:spTree>
  </p:cSld>
  <p:clrMapOvr>
    <a:masterClrMapping/>
  </p:clrMapOvr>
  <p:transition>
    <p:randomBa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C9513E87-D3FE-43A3-A5B4-3A7BFAC6DF8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3B9FA8C-B374-4839-8E13-5F92685356AF}" type="slidenum">
              <a:rPr lang="en-US" altLang="ru-RU" sz="800">
                <a:solidFill>
                  <a:srgbClr val="B2B2B2"/>
                </a:solidFill>
                <a:latin typeface="Arial" panose="020B0604020202020204" pitchFamily="34" charset="0"/>
              </a:rPr>
              <a:pPr/>
              <a:t>5</a:t>
            </a:fld>
            <a:endParaRPr lang="en-US" altLang="ru-RU" sz="800">
              <a:solidFill>
                <a:srgbClr val="B2B2B2"/>
              </a:solidFill>
              <a:latin typeface="Arial" panose="020B0604020202020204" pitchFamily="34" charset="0"/>
            </a:endParaRPr>
          </a:p>
        </p:txBody>
      </p:sp>
      <p:sp>
        <p:nvSpPr>
          <p:cNvPr id="7171" name="Rectangle 2">
            <a:extLst>
              <a:ext uri="{FF2B5EF4-FFF2-40B4-BE49-F238E27FC236}">
                <a16:creationId xmlns:a16="http://schemas.microsoft.com/office/drawing/2014/main" id="{BC931547-2D8E-41A3-87D7-31E4E0DF7C1B}"/>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b="1">
                <a:solidFill>
                  <a:schemeClr val="accent2"/>
                </a:solidFill>
              </a:rPr>
              <a:t>	IIS Layout</a:t>
            </a:r>
            <a:r>
              <a:rPr lang="en-US" altLang="ru-RU" sz="2000"/>
              <a:t>	</a:t>
            </a:r>
          </a:p>
          <a:p>
            <a:pPr eaLnBrk="1" hangingPunct="1">
              <a:lnSpc>
                <a:spcPct val="100000"/>
              </a:lnSpc>
              <a:spcAft>
                <a:spcPct val="20000"/>
              </a:spcAft>
              <a:buFontTx/>
              <a:buNone/>
            </a:pPr>
            <a:r>
              <a:rPr lang="en-US" altLang="ru-RU" sz="2000"/>
              <a:t>	DUBEMSAPP01 is configured to host the production web site on port 80 and a testing site on port 83.  All design changes or page additions should be tested on the testing site first.</a:t>
            </a:r>
          </a:p>
          <a:p>
            <a:pPr eaLnBrk="1" hangingPunct="1">
              <a:lnSpc>
                <a:spcPct val="100000"/>
              </a:lnSpc>
              <a:spcAft>
                <a:spcPct val="20000"/>
              </a:spcAft>
              <a:buFontTx/>
              <a:buNone/>
            </a:pPr>
            <a:r>
              <a:rPr lang="en-US" altLang="ru-RU" sz="2000"/>
              <a:t>	</a:t>
            </a:r>
          </a:p>
        </p:txBody>
      </p:sp>
      <p:sp>
        <p:nvSpPr>
          <p:cNvPr id="7172" name="Rectangle 3">
            <a:extLst>
              <a:ext uri="{FF2B5EF4-FFF2-40B4-BE49-F238E27FC236}">
                <a16:creationId xmlns:a16="http://schemas.microsoft.com/office/drawing/2014/main" id="{749FDF16-5BC9-4F0B-9D96-C003679999BB}"/>
              </a:ext>
            </a:extLst>
          </p:cNvPr>
          <p:cNvSpPr>
            <a:spLocks noGrp="1" noChangeArrowheads="1"/>
          </p:cNvSpPr>
          <p:nvPr>
            <p:ph type="title"/>
          </p:nvPr>
        </p:nvSpPr>
        <p:spPr/>
        <p:txBody>
          <a:bodyPr/>
          <a:lstStyle/>
          <a:p>
            <a:pPr eaLnBrk="1" hangingPunct="1"/>
            <a:r>
              <a:rPr lang="en-US" altLang="ru-RU"/>
              <a:t>IIS Configuration</a:t>
            </a:r>
          </a:p>
        </p:txBody>
      </p:sp>
      <p:pic>
        <p:nvPicPr>
          <p:cNvPr id="168964" name="Picture 4" descr="srv">
            <a:extLst>
              <a:ext uri="{FF2B5EF4-FFF2-40B4-BE49-F238E27FC236}">
                <a16:creationId xmlns:a16="http://schemas.microsoft.com/office/drawing/2014/main" id="{00224059-D53D-4B8E-87DA-EE40A22B1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8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0D036821-639E-4169-BD13-4EA3F276F73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BE42C25-04DC-4DFB-955E-F4530D825433}" type="slidenum">
              <a:rPr lang="en-US" altLang="ru-RU" sz="800">
                <a:solidFill>
                  <a:srgbClr val="B2B2B2"/>
                </a:solidFill>
                <a:latin typeface="Arial" panose="020B0604020202020204" pitchFamily="34" charset="0"/>
              </a:rPr>
              <a:pPr/>
              <a:t>6</a:t>
            </a:fld>
            <a:endParaRPr lang="en-US" altLang="ru-RU" sz="800">
              <a:solidFill>
                <a:srgbClr val="B2B2B2"/>
              </a:solidFill>
              <a:latin typeface="Arial" panose="020B0604020202020204" pitchFamily="34" charset="0"/>
            </a:endParaRPr>
          </a:p>
        </p:txBody>
      </p:sp>
      <p:sp>
        <p:nvSpPr>
          <p:cNvPr id="8195" name="Rectangle 2">
            <a:extLst>
              <a:ext uri="{FF2B5EF4-FFF2-40B4-BE49-F238E27FC236}">
                <a16:creationId xmlns:a16="http://schemas.microsoft.com/office/drawing/2014/main" id="{51478864-DC5A-40E0-9555-F1A79FC0CC37}"/>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ASP.Net Pages</a:t>
            </a:r>
            <a:endParaRPr lang="en-US" altLang="ru-RU" sz="2400"/>
          </a:p>
          <a:p>
            <a:pPr eaLnBrk="1" hangingPunct="1">
              <a:buFontTx/>
              <a:buNone/>
            </a:pPr>
            <a:r>
              <a:rPr lang="en-US" altLang="ru-RU" sz="2000"/>
              <a:t>	ASP.Net requires all pages be configured as application.  This special configuration can be accomplished by creating a new virtual directory in IIS and directing it to the folder the .aspx file is contained.  These pages can be identified by their unique folder icon.</a:t>
            </a:r>
          </a:p>
        </p:txBody>
      </p:sp>
      <p:sp>
        <p:nvSpPr>
          <p:cNvPr id="8196" name="Rectangle 3">
            <a:extLst>
              <a:ext uri="{FF2B5EF4-FFF2-40B4-BE49-F238E27FC236}">
                <a16:creationId xmlns:a16="http://schemas.microsoft.com/office/drawing/2014/main" id="{B7FAE248-24FD-487A-989D-8FABE9617B85}"/>
              </a:ext>
            </a:extLst>
          </p:cNvPr>
          <p:cNvSpPr>
            <a:spLocks noGrp="1" noChangeArrowheads="1"/>
          </p:cNvSpPr>
          <p:nvPr>
            <p:ph type="title"/>
          </p:nvPr>
        </p:nvSpPr>
        <p:spPr/>
        <p:txBody>
          <a:bodyPr/>
          <a:lstStyle/>
          <a:p>
            <a:pPr eaLnBrk="1" hangingPunct="1"/>
            <a:r>
              <a:rPr lang="en-US" altLang="ru-RU"/>
              <a:t>IIS Configuration Cont…</a:t>
            </a:r>
          </a:p>
        </p:txBody>
      </p:sp>
      <p:pic>
        <p:nvPicPr>
          <p:cNvPr id="171012" name="Picture 4" descr="srv">
            <a:extLst>
              <a:ext uri="{FF2B5EF4-FFF2-40B4-BE49-F238E27FC236}">
                <a16:creationId xmlns:a16="http://schemas.microsoft.com/office/drawing/2014/main" id="{C34CEA20-C5C2-42CA-8126-4F4E3B5C8E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1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0F549D6-53F0-4B33-820F-20162AE74A19}"/>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B518979-2559-4EF3-8F06-2DB6B625FB85}" type="slidenum">
              <a:rPr lang="en-US" altLang="ru-RU" sz="800">
                <a:solidFill>
                  <a:srgbClr val="B2B2B2"/>
                </a:solidFill>
                <a:latin typeface="Arial" panose="020B0604020202020204" pitchFamily="34" charset="0"/>
              </a:rPr>
              <a:pPr/>
              <a:t>7</a:t>
            </a:fld>
            <a:endParaRPr lang="en-US" altLang="ru-RU" sz="800">
              <a:solidFill>
                <a:srgbClr val="B2B2B2"/>
              </a:solidFill>
              <a:latin typeface="Arial" panose="020B0604020202020204" pitchFamily="34" charset="0"/>
            </a:endParaRPr>
          </a:p>
        </p:txBody>
      </p:sp>
      <p:sp>
        <p:nvSpPr>
          <p:cNvPr id="9219" name="Rectangle 2">
            <a:extLst>
              <a:ext uri="{FF2B5EF4-FFF2-40B4-BE49-F238E27FC236}">
                <a16:creationId xmlns:a16="http://schemas.microsoft.com/office/drawing/2014/main" id="{EC090613-FF97-4619-8B1F-4B7A9E9B68D4}"/>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Site Backup</a:t>
            </a:r>
            <a:endParaRPr lang="en-US" altLang="ru-RU" sz="2400"/>
          </a:p>
          <a:p>
            <a:pPr eaLnBrk="1" hangingPunct="1">
              <a:buFontTx/>
              <a:buNone/>
            </a:pPr>
            <a:r>
              <a:rPr lang="en-US" altLang="ru-RU" sz="2000"/>
              <a:t>	Before any “non-remote changes” are made to the production web site a manual site backup must be performed.  The entire site should be copied to a new folder on W:\Site Backups named by the current date.  By copying the entire site to a backup folder we are able to restore the entire site in seconds.</a:t>
            </a:r>
          </a:p>
          <a:p>
            <a:pPr eaLnBrk="1" hangingPunct="1">
              <a:buFontTx/>
              <a:buNone/>
            </a:pPr>
            <a:endParaRPr lang="en-US" altLang="ru-RU" sz="2000"/>
          </a:p>
          <a:p>
            <a:pPr eaLnBrk="1" hangingPunct="1">
              <a:buFontTx/>
              <a:buNone/>
            </a:pPr>
            <a:r>
              <a:rPr lang="en-US" altLang="ru-RU" sz="2000"/>
              <a:t>	*non-remote changes – any change made to the site requiring a site upload.  More detail can be found in the Intranet Support Guide</a:t>
            </a:r>
          </a:p>
        </p:txBody>
      </p:sp>
      <p:sp>
        <p:nvSpPr>
          <p:cNvPr id="9220" name="Rectangle 3">
            <a:extLst>
              <a:ext uri="{FF2B5EF4-FFF2-40B4-BE49-F238E27FC236}">
                <a16:creationId xmlns:a16="http://schemas.microsoft.com/office/drawing/2014/main" id="{B3879EE7-7288-4412-B5E0-261B1554763C}"/>
              </a:ext>
            </a:extLst>
          </p:cNvPr>
          <p:cNvSpPr>
            <a:spLocks noGrp="1" noChangeArrowheads="1"/>
          </p:cNvSpPr>
          <p:nvPr>
            <p:ph type="title"/>
          </p:nvPr>
        </p:nvSpPr>
        <p:spPr/>
        <p:txBody>
          <a:bodyPr/>
          <a:lstStyle/>
          <a:p>
            <a:pPr eaLnBrk="1" hangingPunct="1"/>
            <a:r>
              <a:rPr lang="en-US" altLang="ru-RU"/>
              <a:t>IIS Configuration Cont…</a:t>
            </a:r>
          </a:p>
        </p:txBody>
      </p:sp>
      <p:pic>
        <p:nvPicPr>
          <p:cNvPr id="173060" name="Picture 4" descr="srv">
            <a:extLst>
              <a:ext uri="{FF2B5EF4-FFF2-40B4-BE49-F238E27FC236}">
                <a16:creationId xmlns:a16="http://schemas.microsoft.com/office/drawing/2014/main" id="{2F5BFCDE-8758-4943-91B4-53C1C51FF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3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81B38A2-1C8F-436F-BC64-7F8865764C5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B28D56C-9CEE-43FF-A5E5-8E3AAD1EE21C}" type="slidenum">
              <a:rPr lang="en-US" altLang="ru-RU" sz="800">
                <a:solidFill>
                  <a:srgbClr val="B2B2B2"/>
                </a:solidFill>
                <a:latin typeface="Arial" panose="020B0604020202020204" pitchFamily="34" charset="0"/>
              </a:rPr>
              <a:pPr/>
              <a:t>8</a:t>
            </a:fld>
            <a:endParaRPr lang="en-US" altLang="ru-RU" sz="800">
              <a:solidFill>
                <a:srgbClr val="B2B2B2"/>
              </a:solidFill>
              <a:latin typeface="Arial" panose="020B0604020202020204" pitchFamily="34" charset="0"/>
            </a:endParaRPr>
          </a:p>
        </p:txBody>
      </p:sp>
      <p:sp>
        <p:nvSpPr>
          <p:cNvPr id="10243" name="Rectangle 2">
            <a:extLst>
              <a:ext uri="{FF2B5EF4-FFF2-40B4-BE49-F238E27FC236}">
                <a16:creationId xmlns:a16="http://schemas.microsoft.com/office/drawing/2014/main" id="{2E6F05EF-15B6-4785-9101-27A3A41CBB76}"/>
              </a:ext>
            </a:extLst>
          </p:cNvPr>
          <p:cNvSpPr>
            <a:spLocks noGrp="1" noChangeArrowheads="1"/>
          </p:cNvSpPr>
          <p:nvPr>
            <p:ph type="title"/>
          </p:nvPr>
        </p:nvSpPr>
        <p:spPr/>
        <p:txBody>
          <a:bodyPr/>
          <a:lstStyle/>
          <a:p>
            <a:pPr eaLnBrk="1" hangingPunct="1"/>
            <a:r>
              <a:rPr lang="en-US" altLang="ru-RU"/>
              <a:t>Programming Details</a:t>
            </a:r>
          </a:p>
        </p:txBody>
      </p:sp>
      <p:sp>
        <p:nvSpPr>
          <p:cNvPr id="10244" name="Rectangle 3">
            <a:extLst>
              <a:ext uri="{FF2B5EF4-FFF2-40B4-BE49-F238E27FC236}">
                <a16:creationId xmlns:a16="http://schemas.microsoft.com/office/drawing/2014/main" id="{32CB9964-DD73-4762-AB62-C15DC80BE5D6}"/>
              </a:ext>
            </a:extLst>
          </p:cNvPr>
          <p:cNvSpPr>
            <a:spLocks noGrp="1" noChangeArrowheads="1"/>
          </p:cNvSpPr>
          <p:nvPr>
            <p:ph type="body" idx="1"/>
          </p:nvPr>
        </p:nvSpPr>
        <p:spPr/>
        <p:txBody>
          <a:bodyPr/>
          <a:lstStyle/>
          <a:p>
            <a:pPr marL="533400" indent="-533400" eaLnBrk="1" hangingPunct="1">
              <a:buFontTx/>
              <a:buNone/>
            </a:pPr>
            <a:r>
              <a:rPr lang="en-US" altLang="ru-RU"/>
              <a:t>	</a:t>
            </a:r>
            <a:r>
              <a:rPr lang="en-US" altLang="ru-RU" sz="2000"/>
              <a:t>Many different programming languages have been used to accomplish many different tasks.  All code has been fully commented to allow updates if needed.  Because this is an intranet site you will find many Solution files that would be removed from an Internet site.  Folder browsing has been turned off and this should be adequate for an intranet server.</a:t>
            </a:r>
          </a:p>
        </p:txBody>
      </p:sp>
    </p:spTree>
  </p:cSld>
  <p:clrMapOvr>
    <a:masterClrMapping/>
  </p:clrMapOvr>
  <p:transition>
    <p:randomBa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1A1CD4-5146-42F2-89F1-FD7AC694C8A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6FDD055-BD6D-47C8-A09E-A83F61A83035}" type="slidenum">
              <a:rPr lang="en-US" altLang="ru-RU" sz="800">
                <a:solidFill>
                  <a:srgbClr val="B2B2B2"/>
                </a:solidFill>
                <a:latin typeface="Arial" panose="020B0604020202020204" pitchFamily="34" charset="0"/>
              </a:rPr>
              <a:pPr/>
              <a:t>9</a:t>
            </a:fld>
            <a:endParaRPr lang="en-US" altLang="ru-RU" sz="800">
              <a:solidFill>
                <a:srgbClr val="B2B2B2"/>
              </a:solidFill>
              <a:latin typeface="Arial" panose="020B0604020202020204" pitchFamily="34" charset="0"/>
            </a:endParaRPr>
          </a:p>
        </p:txBody>
      </p:sp>
      <p:sp>
        <p:nvSpPr>
          <p:cNvPr id="11267" name="Rectangle 2">
            <a:extLst>
              <a:ext uri="{FF2B5EF4-FFF2-40B4-BE49-F238E27FC236}">
                <a16:creationId xmlns:a16="http://schemas.microsoft.com/office/drawing/2014/main" id="{9C45438A-58F0-4532-BEB5-D90A47CA98E6}"/>
              </a:ext>
            </a:extLst>
          </p:cNvPr>
          <p:cNvSpPr>
            <a:spLocks noGrp="1" noChangeArrowheads="1"/>
          </p:cNvSpPr>
          <p:nvPr>
            <p:ph type="title"/>
          </p:nvPr>
        </p:nvSpPr>
        <p:spPr/>
        <p:txBody>
          <a:bodyPr/>
          <a:lstStyle/>
          <a:p>
            <a:pPr eaLnBrk="1" hangingPunct="1"/>
            <a:r>
              <a:rPr lang="en-US" altLang="ru-RU"/>
              <a:t>Programming Languages Used on Site</a:t>
            </a:r>
          </a:p>
        </p:txBody>
      </p:sp>
      <p:sp>
        <p:nvSpPr>
          <p:cNvPr id="11268" name="Rectangle 3">
            <a:extLst>
              <a:ext uri="{FF2B5EF4-FFF2-40B4-BE49-F238E27FC236}">
                <a16:creationId xmlns:a16="http://schemas.microsoft.com/office/drawing/2014/main" id="{D05141F3-1F3F-4814-B8FC-7054D3765389}"/>
              </a:ext>
            </a:extLst>
          </p:cNvPr>
          <p:cNvSpPr>
            <a:spLocks noGrp="1" noChangeArrowheads="1"/>
          </p:cNvSpPr>
          <p:nvPr>
            <p:ph type="body" idx="1"/>
          </p:nvPr>
        </p:nvSpPr>
        <p:spPr/>
        <p:txBody>
          <a:bodyPr/>
          <a:lstStyle/>
          <a:p>
            <a:pPr marL="533400" indent="-533400" eaLnBrk="1" hangingPunct="1">
              <a:lnSpc>
                <a:spcPct val="85000"/>
              </a:lnSpc>
            </a:pPr>
            <a:r>
              <a:rPr lang="en-US" altLang="ru-RU" sz="2400"/>
              <a:t>Visual Basic.Net</a:t>
            </a:r>
          </a:p>
          <a:p>
            <a:pPr marL="533400" indent="-533400" eaLnBrk="1" hangingPunct="1">
              <a:lnSpc>
                <a:spcPct val="85000"/>
              </a:lnSpc>
            </a:pPr>
            <a:r>
              <a:rPr lang="en-US" altLang="ru-RU" sz="2400"/>
              <a:t>Visual Basic Script</a:t>
            </a:r>
          </a:p>
          <a:p>
            <a:pPr marL="533400" indent="-533400" eaLnBrk="1" hangingPunct="1">
              <a:lnSpc>
                <a:spcPct val="85000"/>
              </a:lnSpc>
            </a:pPr>
            <a:r>
              <a:rPr lang="en-US" altLang="ru-RU" sz="2400"/>
              <a:t>Java Script</a:t>
            </a:r>
          </a:p>
          <a:p>
            <a:pPr marL="533400" indent="-533400" eaLnBrk="1" hangingPunct="1">
              <a:lnSpc>
                <a:spcPct val="85000"/>
              </a:lnSpc>
            </a:pPr>
            <a:r>
              <a:rPr lang="en-US" altLang="ru-RU" sz="2400"/>
              <a:t>C#</a:t>
            </a:r>
          </a:p>
          <a:p>
            <a:pPr marL="533400" indent="-533400" eaLnBrk="1" hangingPunct="1">
              <a:lnSpc>
                <a:spcPct val="85000"/>
              </a:lnSpc>
            </a:pPr>
            <a:r>
              <a:rPr lang="en-US" altLang="ru-RU" sz="2400"/>
              <a:t>ASP.Net</a:t>
            </a:r>
          </a:p>
          <a:p>
            <a:pPr marL="533400" indent="-533400" eaLnBrk="1" hangingPunct="1">
              <a:lnSpc>
                <a:spcPct val="85000"/>
              </a:lnSpc>
            </a:pPr>
            <a:r>
              <a:rPr lang="en-US" altLang="ru-RU" sz="2400"/>
              <a:t>ASP</a:t>
            </a:r>
          </a:p>
          <a:p>
            <a:pPr marL="533400" indent="-533400" eaLnBrk="1" hangingPunct="1">
              <a:lnSpc>
                <a:spcPct val="85000"/>
              </a:lnSpc>
            </a:pPr>
            <a:r>
              <a:rPr lang="en-US" altLang="ru-RU" sz="2400"/>
              <a:t>XML</a:t>
            </a:r>
          </a:p>
          <a:p>
            <a:pPr marL="533400" indent="-533400" eaLnBrk="1" hangingPunct="1">
              <a:lnSpc>
                <a:spcPct val="85000"/>
              </a:lnSpc>
            </a:pPr>
            <a:r>
              <a:rPr lang="en-US" altLang="ru-RU" sz="2400"/>
              <a:t>HTTP</a:t>
            </a:r>
          </a:p>
          <a:p>
            <a:pPr marL="533400" indent="-533400" eaLnBrk="1" hangingPunct="1">
              <a:lnSpc>
                <a:spcPct val="85000"/>
              </a:lnSpc>
            </a:pPr>
            <a:r>
              <a:rPr lang="en-US" altLang="ru-RU" sz="2400"/>
              <a:t>Action Script</a:t>
            </a:r>
          </a:p>
        </p:txBody>
      </p:sp>
    </p:spTree>
  </p:cSld>
  <p:clrMapOvr>
    <a:masterClrMapping/>
  </p:clrMapOvr>
  <p:transition>
    <p:randomBa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80FB54C-DCBB-4E79-83E1-2F1847820B5D}"/>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3B17BE9-AA49-4F70-8936-AF843BE6B46B}" type="slidenum">
              <a:rPr lang="en-US" altLang="ru-RU" sz="800">
                <a:solidFill>
                  <a:srgbClr val="B2B2B2"/>
                </a:solidFill>
                <a:latin typeface="Arial" panose="020B0604020202020204" pitchFamily="34" charset="0"/>
              </a:rPr>
              <a:pPr/>
              <a:t>10</a:t>
            </a:fld>
            <a:endParaRPr lang="en-US" altLang="ru-RU" sz="800">
              <a:solidFill>
                <a:srgbClr val="B2B2B2"/>
              </a:solidFill>
              <a:latin typeface="Arial" panose="020B0604020202020204" pitchFamily="34" charset="0"/>
            </a:endParaRPr>
          </a:p>
        </p:txBody>
      </p:sp>
      <p:sp>
        <p:nvSpPr>
          <p:cNvPr id="12291" name="Rectangle 2">
            <a:extLst>
              <a:ext uri="{FF2B5EF4-FFF2-40B4-BE49-F238E27FC236}">
                <a16:creationId xmlns:a16="http://schemas.microsoft.com/office/drawing/2014/main" id="{D10EB3BA-4F8C-4EB3-BEE9-E2D41744BF91}"/>
              </a:ext>
            </a:extLst>
          </p:cNvPr>
          <p:cNvSpPr>
            <a:spLocks noGrp="1" noChangeArrowheads="1"/>
          </p:cNvSpPr>
          <p:nvPr>
            <p:ph type="body" idx="1"/>
          </p:nvPr>
        </p:nvSpPr>
        <p:spPr/>
        <p:txBody>
          <a:bodyPr/>
          <a:lstStyle/>
          <a:p>
            <a:pPr eaLnBrk="1" hangingPunct="1">
              <a:buFontTx/>
              <a:buNone/>
            </a:pPr>
            <a:r>
              <a:rPr lang="en-US" altLang="ru-RU" sz="2000"/>
              <a:t>	The Homepage to EMS Intranet site should be welcoming to the user by using corporate approved colors and an easy to navigate system.</a:t>
            </a:r>
          </a:p>
        </p:txBody>
      </p:sp>
      <p:sp>
        <p:nvSpPr>
          <p:cNvPr id="12292" name="Rectangle 3">
            <a:extLst>
              <a:ext uri="{FF2B5EF4-FFF2-40B4-BE49-F238E27FC236}">
                <a16:creationId xmlns:a16="http://schemas.microsoft.com/office/drawing/2014/main" id="{F6D18D2E-90D2-4C71-88CB-E10C1A68418D}"/>
              </a:ext>
            </a:extLst>
          </p:cNvPr>
          <p:cNvSpPr>
            <a:spLocks noGrp="1" noChangeArrowheads="1"/>
          </p:cNvSpPr>
          <p:nvPr>
            <p:ph type="title"/>
          </p:nvPr>
        </p:nvSpPr>
        <p:spPr/>
        <p:txBody>
          <a:bodyPr/>
          <a:lstStyle/>
          <a:p>
            <a:pPr eaLnBrk="1" hangingPunct="1"/>
            <a:r>
              <a:rPr lang="en-US" altLang="ru-RU"/>
              <a:t>EMS Homepage</a:t>
            </a:r>
          </a:p>
        </p:txBody>
      </p:sp>
    </p:spTree>
  </p:cSld>
  <p:clrMapOvr>
    <a:masterClrMapping/>
  </p:clrMapOvr>
  <p:transition>
    <p:randomBa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A441DB2-6CF3-4996-ABA0-0F7088BA7EC9}"/>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BE93FC5-9B95-490F-867D-B73942B5925D}" type="slidenum">
              <a:rPr lang="en-US" altLang="ru-RU" sz="800">
                <a:solidFill>
                  <a:srgbClr val="B2B2B2"/>
                </a:solidFill>
                <a:latin typeface="Arial" panose="020B0604020202020204" pitchFamily="34" charset="0"/>
              </a:rPr>
              <a:pPr/>
              <a:t>11</a:t>
            </a:fld>
            <a:endParaRPr lang="en-US" altLang="ru-RU" sz="800">
              <a:solidFill>
                <a:srgbClr val="B2B2B2"/>
              </a:solidFill>
              <a:latin typeface="Arial" panose="020B0604020202020204" pitchFamily="34" charset="0"/>
            </a:endParaRPr>
          </a:p>
        </p:txBody>
      </p:sp>
      <p:sp>
        <p:nvSpPr>
          <p:cNvPr id="13315" name="Rectangle 2">
            <a:extLst>
              <a:ext uri="{FF2B5EF4-FFF2-40B4-BE49-F238E27FC236}">
                <a16:creationId xmlns:a16="http://schemas.microsoft.com/office/drawing/2014/main" id="{73473589-6DDC-48A3-BB8A-4C5D6DCA9CA2}"/>
              </a:ext>
            </a:extLst>
          </p:cNvPr>
          <p:cNvSpPr>
            <a:spLocks noGrp="1" noChangeArrowheads="1"/>
          </p:cNvSpPr>
          <p:nvPr>
            <p:ph type="body" idx="1"/>
          </p:nvPr>
        </p:nvSpPr>
        <p:spPr/>
        <p:txBody>
          <a:bodyPr/>
          <a:lstStyle/>
          <a:p>
            <a:pPr eaLnBrk="1" hangingPunct="1">
              <a:buFontTx/>
              <a:buNone/>
            </a:pPr>
            <a:r>
              <a:rPr lang="en-US" altLang="ru-RU" sz="2000"/>
              <a:t>	The Homepage to EMS Intranet site should be welcoming to the user by using corporate approved colors and an easy to navigate system.</a:t>
            </a:r>
          </a:p>
        </p:txBody>
      </p:sp>
      <p:sp>
        <p:nvSpPr>
          <p:cNvPr id="13316" name="Rectangle 3">
            <a:extLst>
              <a:ext uri="{FF2B5EF4-FFF2-40B4-BE49-F238E27FC236}">
                <a16:creationId xmlns:a16="http://schemas.microsoft.com/office/drawing/2014/main" id="{47F5A56D-047F-4534-AE86-8623BE602466}"/>
              </a:ext>
            </a:extLst>
          </p:cNvPr>
          <p:cNvSpPr>
            <a:spLocks noGrp="1" noChangeArrowheads="1"/>
          </p:cNvSpPr>
          <p:nvPr>
            <p:ph type="title"/>
          </p:nvPr>
        </p:nvSpPr>
        <p:spPr/>
        <p:txBody>
          <a:bodyPr/>
          <a:lstStyle/>
          <a:p>
            <a:pPr eaLnBrk="1" hangingPunct="1"/>
            <a:r>
              <a:rPr lang="en-US" altLang="ru-RU"/>
              <a:t>EMS Homepage</a:t>
            </a:r>
          </a:p>
        </p:txBody>
      </p:sp>
      <p:pic>
        <p:nvPicPr>
          <p:cNvPr id="130053" name="Picture 5" descr="Whats new">
            <a:extLst>
              <a:ext uri="{FF2B5EF4-FFF2-40B4-BE49-F238E27FC236}">
                <a16:creationId xmlns:a16="http://schemas.microsoft.com/office/drawing/2014/main" id="{8A73F095-CFBB-4D52-AF8F-753F385A3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8438"/>
            <a:ext cx="9144000" cy="617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4F9765FC-C909-43D6-8D4C-2E7B6EEE514B}"/>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40801F6-FAAE-4AE8-82A9-F82058C04CDB}" type="slidenum">
              <a:rPr lang="en-US" altLang="ru-RU" sz="800">
                <a:solidFill>
                  <a:srgbClr val="B2B2B2"/>
                </a:solidFill>
                <a:latin typeface="Arial" panose="020B0604020202020204" pitchFamily="34" charset="0"/>
              </a:rPr>
              <a:pPr/>
              <a:t>12</a:t>
            </a:fld>
            <a:endParaRPr lang="en-US" altLang="ru-RU" sz="800">
              <a:solidFill>
                <a:srgbClr val="B2B2B2"/>
              </a:solidFill>
              <a:latin typeface="Arial" panose="020B0604020202020204" pitchFamily="34" charset="0"/>
            </a:endParaRPr>
          </a:p>
        </p:txBody>
      </p:sp>
      <p:sp>
        <p:nvSpPr>
          <p:cNvPr id="14339" name="Rectangle 2">
            <a:extLst>
              <a:ext uri="{FF2B5EF4-FFF2-40B4-BE49-F238E27FC236}">
                <a16:creationId xmlns:a16="http://schemas.microsoft.com/office/drawing/2014/main" id="{318A01CD-E7F5-40B2-8B5C-1AF94C4B1094}"/>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Menu</a:t>
            </a:r>
            <a:endParaRPr lang="en-US" altLang="ru-RU" sz="2400"/>
          </a:p>
          <a:p>
            <a:pPr eaLnBrk="1" hangingPunct="1">
              <a:buFontTx/>
              <a:buNone/>
            </a:pPr>
            <a:r>
              <a:rPr lang="en-US" altLang="ru-RU"/>
              <a:t>	</a:t>
            </a:r>
            <a:r>
              <a:rPr lang="en-US" altLang="ru-RU" sz="2000"/>
              <a:t>Menu.htm has been designed to provide an easy to navigate menu. Users often find themselves lost in the hierarchy of many web sites.  Providing a menu that does not change from page to page will allow the user to navigate freely throughout the site.  Menu.htm consists of one link to Menu.swf.</a:t>
            </a:r>
          </a:p>
        </p:txBody>
      </p:sp>
      <p:sp>
        <p:nvSpPr>
          <p:cNvPr id="14340" name="Rectangle 3">
            <a:extLst>
              <a:ext uri="{FF2B5EF4-FFF2-40B4-BE49-F238E27FC236}">
                <a16:creationId xmlns:a16="http://schemas.microsoft.com/office/drawing/2014/main" id="{C2F6C7CA-95C4-4B91-AAE9-2FB9B0E101B1}"/>
              </a:ext>
            </a:extLst>
          </p:cNvPr>
          <p:cNvSpPr>
            <a:spLocks noGrp="1" noChangeArrowheads="1"/>
          </p:cNvSpPr>
          <p:nvPr>
            <p:ph type="title"/>
          </p:nvPr>
        </p:nvSpPr>
        <p:spPr/>
        <p:txBody>
          <a:bodyPr/>
          <a:lstStyle/>
          <a:p>
            <a:pPr eaLnBrk="1" hangingPunct="1"/>
            <a:r>
              <a:rPr lang="en-US" altLang="ru-RU"/>
              <a:t>EMS Homepage Cont…</a:t>
            </a:r>
          </a:p>
        </p:txBody>
      </p:sp>
      <p:pic>
        <p:nvPicPr>
          <p:cNvPr id="14341" name="Picture 4" descr="Whats new">
            <a:extLst>
              <a:ext uri="{FF2B5EF4-FFF2-40B4-BE49-F238E27FC236}">
                <a16:creationId xmlns:a16="http://schemas.microsoft.com/office/drawing/2014/main" id="{26E71CCB-C6AC-4F0D-9CAC-91EABA6295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3788" y="3363913"/>
            <a:ext cx="2111375" cy="349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CD2AB7C-C866-4209-BF32-8E2077EBB19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FAAD510-52E1-4AF1-852A-BF78E5E04F5C}" type="slidenum">
              <a:rPr lang="en-US" altLang="ru-RU" sz="800">
                <a:solidFill>
                  <a:srgbClr val="B2B2B2"/>
                </a:solidFill>
                <a:latin typeface="Arial" panose="020B0604020202020204" pitchFamily="34" charset="0"/>
              </a:rPr>
              <a:pPr/>
              <a:t>13</a:t>
            </a:fld>
            <a:endParaRPr lang="en-US" altLang="ru-RU" sz="800">
              <a:solidFill>
                <a:srgbClr val="B2B2B2"/>
              </a:solidFill>
              <a:latin typeface="Arial" panose="020B0604020202020204" pitchFamily="34" charset="0"/>
            </a:endParaRPr>
          </a:p>
        </p:txBody>
      </p:sp>
      <p:sp>
        <p:nvSpPr>
          <p:cNvPr id="15363" name="Rectangle 2">
            <a:extLst>
              <a:ext uri="{FF2B5EF4-FFF2-40B4-BE49-F238E27FC236}">
                <a16:creationId xmlns:a16="http://schemas.microsoft.com/office/drawing/2014/main" id="{29FE0298-FD43-48A0-BA05-426CFB79B9A6}"/>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Menu.swf</a:t>
            </a:r>
            <a:endParaRPr lang="en-US" altLang="ru-RU" sz="2400"/>
          </a:p>
          <a:p>
            <a:pPr eaLnBrk="1" hangingPunct="1">
              <a:buFontTx/>
              <a:buNone/>
            </a:pPr>
            <a:r>
              <a:rPr lang="en-US" altLang="ru-RU"/>
              <a:t>	</a:t>
            </a:r>
            <a:r>
              <a:rPr lang="en-US" altLang="ru-RU" sz="2000"/>
              <a:t>Menu.swf was created with Macromedia’s Flash.  In designing the site many different options were considered, but Flash was the best suited.  By using a Flash menu we were able to produce a professional looking menu and reducing the complexity of maintaining multiple HTML menus.  When changes are made to the menu, they are made in one file</a:t>
            </a:r>
            <a:r>
              <a:rPr lang="en-US" altLang="ru-RU"/>
              <a:t>.</a:t>
            </a:r>
          </a:p>
        </p:txBody>
      </p:sp>
      <p:sp>
        <p:nvSpPr>
          <p:cNvPr id="15364" name="Rectangle 3">
            <a:extLst>
              <a:ext uri="{FF2B5EF4-FFF2-40B4-BE49-F238E27FC236}">
                <a16:creationId xmlns:a16="http://schemas.microsoft.com/office/drawing/2014/main" id="{7FB2282E-7A8A-4247-81BC-4087C9EA250E}"/>
              </a:ext>
            </a:extLst>
          </p:cNvPr>
          <p:cNvSpPr>
            <a:spLocks noGrp="1" noChangeArrowheads="1"/>
          </p:cNvSpPr>
          <p:nvPr>
            <p:ph type="title"/>
          </p:nvPr>
        </p:nvSpPr>
        <p:spPr/>
        <p:txBody>
          <a:bodyPr/>
          <a:lstStyle/>
          <a:p>
            <a:pPr eaLnBrk="1" hangingPunct="1"/>
            <a:r>
              <a:rPr lang="en-US" altLang="ru-RU"/>
              <a:t>EMS Homepage Cont…</a:t>
            </a:r>
          </a:p>
        </p:txBody>
      </p:sp>
    </p:spTree>
  </p:cSld>
  <p:clrMapOvr>
    <a:masterClrMapping/>
  </p:clrMapOvr>
  <p:transition>
    <p:randomBa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BF6C5E31-FEC4-40F4-A535-1F8BD5E16301}"/>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C7278C6-BDEE-4FA1-8FEA-3A091D9F0125}" type="slidenum">
              <a:rPr lang="en-US" altLang="ru-RU" sz="800">
                <a:solidFill>
                  <a:srgbClr val="B2B2B2"/>
                </a:solidFill>
                <a:latin typeface="Arial" panose="020B0604020202020204" pitchFamily="34" charset="0"/>
              </a:rPr>
              <a:pPr/>
              <a:t>14</a:t>
            </a:fld>
            <a:endParaRPr lang="en-US" altLang="ru-RU" sz="800">
              <a:solidFill>
                <a:srgbClr val="B2B2B2"/>
              </a:solidFill>
              <a:latin typeface="Arial" panose="020B0604020202020204" pitchFamily="34" charset="0"/>
            </a:endParaRPr>
          </a:p>
        </p:txBody>
      </p:sp>
      <p:sp>
        <p:nvSpPr>
          <p:cNvPr id="16387" name="Rectangle 2">
            <a:extLst>
              <a:ext uri="{FF2B5EF4-FFF2-40B4-BE49-F238E27FC236}">
                <a16:creationId xmlns:a16="http://schemas.microsoft.com/office/drawing/2014/main" id="{4AB69774-6703-4207-9DF0-FE67B35DFF06}"/>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Index</a:t>
            </a:r>
            <a:endParaRPr lang="en-US" altLang="ru-RU" sz="2400"/>
          </a:p>
          <a:p>
            <a:pPr eaLnBrk="1" hangingPunct="1">
              <a:buFontTx/>
              <a:buNone/>
            </a:pPr>
            <a:r>
              <a:rPr lang="en-US" altLang="ru-RU" sz="2000"/>
              <a:t>	Index.htm is designed to give the user a quick look at what is currently happening in E-Mail.  This page shows Current Issues, Scheduled Changes, and Top Projects.  All 3 headers have links to their individual pages.</a:t>
            </a:r>
          </a:p>
        </p:txBody>
      </p:sp>
      <p:sp>
        <p:nvSpPr>
          <p:cNvPr id="16388" name="Rectangle 3">
            <a:extLst>
              <a:ext uri="{FF2B5EF4-FFF2-40B4-BE49-F238E27FC236}">
                <a16:creationId xmlns:a16="http://schemas.microsoft.com/office/drawing/2014/main" id="{AA1A6155-9639-4875-9EA8-76C96A3133DA}"/>
              </a:ext>
            </a:extLst>
          </p:cNvPr>
          <p:cNvSpPr>
            <a:spLocks noGrp="1" noChangeArrowheads="1"/>
          </p:cNvSpPr>
          <p:nvPr>
            <p:ph type="title"/>
          </p:nvPr>
        </p:nvSpPr>
        <p:spPr/>
        <p:txBody>
          <a:bodyPr/>
          <a:lstStyle/>
          <a:p>
            <a:pPr eaLnBrk="1" hangingPunct="1"/>
            <a:r>
              <a:rPr lang="en-US" altLang="ru-RU"/>
              <a:t>EMS Homepage Cont…</a:t>
            </a:r>
          </a:p>
        </p:txBody>
      </p:sp>
      <p:pic>
        <p:nvPicPr>
          <p:cNvPr id="16389" name="Picture 4" descr="Whats new">
            <a:extLst>
              <a:ext uri="{FF2B5EF4-FFF2-40B4-BE49-F238E27FC236}">
                <a16:creationId xmlns:a16="http://schemas.microsoft.com/office/drawing/2014/main" id="{83F2F1CE-EB54-4047-AB37-BD5DFD52E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8775" y="3208338"/>
            <a:ext cx="6245225" cy="364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112FF41-3D69-45E5-AD1C-55838EB6D18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64C2BAD-982A-48CE-97A3-339C1EF34C89}" type="slidenum">
              <a:rPr lang="en-US" altLang="ru-RU" sz="800">
                <a:solidFill>
                  <a:srgbClr val="B2B2B2"/>
                </a:solidFill>
                <a:latin typeface="Arial" panose="020B0604020202020204" pitchFamily="34" charset="0"/>
              </a:rPr>
              <a:pPr/>
              <a:t>15</a:t>
            </a:fld>
            <a:endParaRPr lang="en-US" altLang="ru-RU" sz="800">
              <a:solidFill>
                <a:srgbClr val="B2B2B2"/>
              </a:solidFill>
              <a:latin typeface="Arial" panose="020B0604020202020204" pitchFamily="34" charset="0"/>
            </a:endParaRPr>
          </a:p>
        </p:txBody>
      </p:sp>
      <p:sp>
        <p:nvSpPr>
          <p:cNvPr id="17411" name="Rectangle 2">
            <a:extLst>
              <a:ext uri="{FF2B5EF4-FFF2-40B4-BE49-F238E27FC236}">
                <a16:creationId xmlns:a16="http://schemas.microsoft.com/office/drawing/2014/main" id="{47932001-917C-4F29-A50D-415A0B91F461}"/>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Index Cont…</a:t>
            </a:r>
            <a:endParaRPr lang="en-US" altLang="ru-RU" sz="2400"/>
          </a:p>
          <a:p>
            <a:pPr eaLnBrk="1" hangingPunct="1"/>
            <a:r>
              <a:rPr lang="en-US" altLang="ru-RU" sz="2000"/>
              <a:t>“Current Issues” will contain information on any long term Priority 1 issues.</a:t>
            </a:r>
          </a:p>
          <a:p>
            <a:pPr eaLnBrk="1" hangingPunct="1"/>
            <a:r>
              <a:rPr lang="en-US" altLang="ru-RU" sz="2000"/>
              <a:t>Any scheduled outages should appear in the “Scheduled Events” area.</a:t>
            </a:r>
          </a:p>
          <a:p>
            <a:pPr eaLnBrk="1" hangingPunct="1"/>
            <a:r>
              <a:rPr lang="en-US" altLang="ru-RU" sz="2000"/>
              <a:t>“Top E-Mail Projects” will contain a list of current E-Mail services projects.</a:t>
            </a:r>
          </a:p>
          <a:p>
            <a:pPr eaLnBrk="1" hangingPunct="1"/>
            <a:r>
              <a:rPr lang="en-US" altLang="ru-RU" sz="2000" b="1"/>
              <a:t>These sections must be kept up to date and updated often.</a:t>
            </a:r>
          </a:p>
        </p:txBody>
      </p:sp>
      <p:sp>
        <p:nvSpPr>
          <p:cNvPr id="17412" name="Rectangle 3">
            <a:extLst>
              <a:ext uri="{FF2B5EF4-FFF2-40B4-BE49-F238E27FC236}">
                <a16:creationId xmlns:a16="http://schemas.microsoft.com/office/drawing/2014/main" id="{413F27C9-41F1-46A1-A060-00C56E5E9D92}"/>
              </a:ext>
            </a:extLst>
          </p:cNvPr>
          <p:cNvSpPr>
            <a:spLocks noGrp="1" noChangeArrowheads="1"/>
          </p:cNvSpPr>
          <p:nvPr>
            <p:ph type="title"/>
          </p:nvPr>
        </p:nvSpPr>
        <p:spPr/>
        <p:txBody>
          <a:bodyPr/>
          <a:lstStyle/>
          <a:p>
            <a:pPr eaLnBrk="1" hangingPunct="1"/>
            <a:r>
              <a:rPr lang="en-US" altLang="ru-RU"/>
              <a:t>EMS Homepage Cont…</a:t>
            </a:r>
          </a:p>
        </p:txBody>
      </p:sp>
    </p:spTree>
  </p:cSld>
  <p:clrMapOvr>
    <a:masterClrMapping/>
  </p:clrMapOvr>
  <p:transition>
    <p:randomBa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0619E196-ACD0-46F2-9EEE-33C79A4B00BE}"/>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081997C-A3BC-4B7F-BA68-1D417D2B6C0E}" type="slidenum">
              <a:rPr lang="en-US" altLang="ru-RU" sz="800">
                <a:solidFill>
                  <a:srgbClr val="B2B2B2"/>
                </a:solidFill>
                <a:latin typeface="Arial" panose="020B0604020202020204" pitchFamily="34" charset="0"/>
              </a:rPr>
              <a:pPr/>
              <a:t>16</a:t>
            </a:fld>
            <a:endParaRPr lang="en-US" altLang="ru-RU" sz="800">
              <a:solidFill>
                <a:srgbClr val="B2B2B2"/>
              </a:solidFill>
              <a:latin typeface="Arial" panose="020B0604020202020204" pitchFamily="34" charset="0"/>
            </a:endParaRPr>
          </a:p>
        </p:txBody>
      </p:sp>
      <p:sp>
        <p:nvSpPr>
          <p:cNvPr id="18435" name="Rectangle 2">
            <a:extLst>
              <a:ext uri="{FF2B5EF4-FFF2-40B4-BE49-F238E27FC236}">
                <a16:creationId xmlns:a16="http://schemas.microsoft.com/office/drawing/2014/main" id="{2F59FA43-0557-4863-BFBF-BFF67132F1D0}"/>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a:t>	The Clarify Case Request forms allow our Technical Contacts at remote sites, who do not have Clarify, to submit a ticket directly into the Clarify system.  Once the form is submitted an email is sent to Cardinal Messenger, where Clarify Email Clerk generates a Clarify case based on the emails contents.</a:t>
            </a:r>
          </a:p>
        </p:txBody>
      </p:sp>
      <p:sp>
        <p:nvSpPr>
          <p:cNvPr id="18436" name="Rectangle 3">
            <a:extLst>
              <a:ext uri="{FF2B5EF4-FFF2-40B4-BE49-F238E27FC236}">
                <a16:creationId xmlns:a16="http://schemas.microsoft.com/office/drawing/2014/main" id="{20323D8A-17F6-44C4-B176-4E71B6418066}"/>
              </a:ext>
            </a:extLst>
          </p:cNvPr>
          <p:cNvSpPr>
            <a:spLocks noGrp="1" noChangeArrowheads="1"/>
          </p:cNvSpPr>
          <p:nvPr>
            <p:ph type="title"/>
          </p:nvPr>
        </p:nvSpPr>
        <p:spPr/>
        <p:txBody>
          <a:bodyPr/>
          <a:lstStyle/>
          <a:p>
            <a:pPr eaLnBrk="1" hangingPunct="1"/>
            <a:r>
              <a:rPr lang="en-US" altLang="ru-RU"/>
              <a:t>Clarify Case Request</a:t>
            </a:r>
          </a:p>
        </p:txBody>
      </p:sp>
    </p:spTree>
  </p:cSld>
  <p:clrMapOvr>
    <a:masterClrMapping/>
  </p:clrMapOvr>
  <p:transition>
    <p:randomBa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E372C91-C035-4EB7-9CC2-0BF1CEA19F39}"/>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8BE2576-179D-4FEC-ADD7-FCF07F86A925}" type="slidenum">
              <a:rPr lang="en-US" altLang="ru-RU" sz="800">
                <a:solidFill>
                  <a:srgbClr val="B2B2B2"/>
                </a:solidFill>
                <a:latin typeface="Arial" panose="020B0604020202020204" pitchFamily="34" charset="0"/>
              </a:rPr>
              <a:pPr/>
              <a:t>17</a:t>
            </a:fld>
            <a:endParaRPr lang="en-US" altLang="ru-RU" sz="800">
              <a:solidFill>
                <a:srgbClr val="B2B2B2"/>
              </a:solidFill>
              <a:latin typeface="Arial" panose="020B0604020202020204" pitchFamily="34" charset="0"/>
            </a:endParaRPr>
          </a:p>
        </p:txBody>
      </p:sp>
      <p:sp>
        <p:nvSpPr>
          <p:cNvPr id="19459" name="Rectangle 2">
            <a:extLst>
              <a:ext uri="{FF2B5EF4-FFF2-40B4-BE49-F238E27FC236}">
                <a16:creationId xmlns:a16="http://schemas.microsoft.com/office/drawing/2014/main" id="{AD715E6D-6C0E-41B2-8654-7FA521BCF196}"/>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a:t>	The Clarify Case Request forms allow our Technical Contacts at remote sites, who do not have Clarify, to submit a ticket directly into the Clarify system.  Once the form is submitted an email is sent to Cardinal Messenger, where Clarify Email Clerk generates a Clarify case based on the emails contents.</a:t>
            </a:r>
          </a:p>
        </p:txBody>
      </p:sp>
      <p:sp>
        <p:nvSpPr>
          <p:cNvPr id="19460" name="Rectangle 3">
            <a:extLst>
              <a:ext uri="{FF2B5EF4-FFF2-40B4-BE49-F238E27FC236}">
                <a16:creationId xmlns:a16="http://schemas.microsoft.com/office/drawing/2014/main" id="{9CEAAB70-4EFD-4D46-B0EF-524771155319}"/>
              </a:ext>
            </a:extLst>
          </p:cNvPr>
          <p:cNvSpPr>
            <a:spLocks noGrp="1" noChangeArrowheads="1"/>
          </p:cNvSpPr>
          <p:nvPr>
            <p:ph type="title"/>
          </p:nvPr>
        </p:nvSpPr>
        <p:spPr/>
        <p:txBody>
          <a:bodyPr/>
          <a:lstStyle/>
          <a:p>
            <a:pPr eaLnBrk="1" hangingPunct="1"/>
            <a:r>
              <a:rPr lang="en-US" altLang="ru-RU"/>
              <a:t>Clarify Case Request</a:t>
            </a:r>
          </a:p>
        </p:txBody>
      </p:sp>
      <p:pic>
        <p:nvPicPr>
          <p:cNvPr id="113668" name="Picture 4" descr="Whats new">
            <a:extLst>
              <a:ext uri="{FF2B5EF4-FFF2-40B4-BE49-F238E27FC236}">
                <a16:creationId xmlns:a16="http://schemas.microsoft.com/office/drawing/2014/main" id="{C41B05FC-8339-445F-B9B1-23E78AAC3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1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3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4B574BEB-1DE0-4206-9A8D-5852F23559B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7B4EE072-E7FD-4544-A710-726819B95235}" type="slidenum">
              <a:rPr lang="en-US" altLang="ru-RU" sz="800">
                <a:solidFill>
                  <a:srgbClr val="B2B2B2"/>
                </a:solidFill>
                <a:latin typeface="Arial" panose="020B0604020202020204" pitchFamily="34" charset="0"/>
              </a:rPr>
              <a:pPr/>
              <a:t>18</a:t>
            </a:fld>
            <a:endParaRPr lang="en-US" altLang="ru-RU" sz="800">
              <a:solidFill>
                <a:srgbClr val="B2B2B2"/>
              </a:solidFill>
              <a:latin typeface="Arial" panose="020B0604020202020204" pitchFamily="34" charset="0"/>
            </a:endParaRPr>
          </a:p>
        </p:txBody>
      </p:sp>
      <p:sp>
        <p:nvSpPr>
          <p:cNvPr id="20483" name="Rectangle 2">
            <a:extLst>
              <a:ext uri="{FF2B5EF4-FFF2-40B4-BE49-F238E27FC236}">
                <a16:creationId xmlns:a16="http://schemas.microsoft.com/office/drawing/2014/main" id="{82442827-CA64-4007-8D22-4F569B7CD3CD}"/>
              </a:ext>
            </a:extLst>
          </p:cNvPr>
          <p:cNvSpPr>
            <a:spLocks noGrp="1" noChangeArrowheads="1"/>
          </p:cNvSpPr>
          <p:nvPr>
            <p:ph type="body" idx="1"/>
          </p:nvPr>
        </p:nvSpPr>
        <p:spPr/>
        <p:txBody>
          <a:bodyPr/>
          <a:lstStyle/>
          <a:p>
            <a:pPr eaLnBrk="1" hangingPunct="1">
              <a:buFontTx/>
              <a:buNone/>
            </a:pPr>
            <a:r>
              <a:rPr lang="en-US" altLang="ru-RU" sz="2000"/>
              <a:t>	System Status acts as a gateway to Known Issues, Events, and Projects</a:t>
            </a:r>
          </a:p>
        </p:txBody>
      </p:sp>
      <p:sp>
        <p:nvSpPr>
          <p:cNvPr id="20484" name="Rectangle 3">
            <a:extLst>
              <a:ext uri="{FF2B5EF4-FFF2-40B4-BE49-F238E27FC236}">
                <a16:creationId xmlns:a16="http://schemas.microsoft.com/office/drawing/2014/main" id="{AFE679F7-7482-44C9-86CC-BBAC9B2A707E}"/>
              </a:ext>
            </a:extLst>
          </p:cNvPr>
          <p:cNvSpPr>
            <a:spLocks noGrp="1" noChangeArrowheads="1"/>
          </p:cNvSpPr>
          <p:nvPr>
            <p:ph type="title"/>
          </p:nvPr>
        </p:nvSpPr>
        <p:spPr/>
        <p:txBody>
          <a:bodyPr/>
          <a:lstStyle/>
          <a:p>
            <a:pPr eaLnBrk="1" hangingPunct="1"/>
            <a:r>
              <a:rPr lang="en-US" altLang="ru-RU"/>
              <a:t>System Status</a:t>
            </a:r>
          </a:p>
        </p:txBody>
      </p:sp>
    </p:spTree>
  </p:cSld>
  <p:clrMapOvr>
    <a:masterClrMapping/>
  </p:clrMapOvr>
  <p:transition>
    <p:randomBa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7664BD78-AD80-4F84-8D28-4EAAEC5926C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DE4495F-92DE-4841-BFB3-B9CFBC396E24}" type="slidenum">
              <a:rPr lang="en-US" altLang="ru-RU" sz="800">
                <a:solidFill>
                  <a:srgbClr val="B2B2B2"/>
                </a:solidFill>
                <a:latin typeface="Arial" panose="020B0604020202020204" pitchFamily="34" charset="0"/>
              </a:rPr>
              <a:pPr/>
              <a:t>19</a:t>
            </a:fld>
            <a:endParaRPr lang="en-US" altLang="ru-RU" sz="800">
              <a:solidFill>
                <a:srgbClr val="B2B2B2"/>
              </a:solidFill>
              <a:latin typeface="Arial" panose="020B0604020202020204" pitchFamily="34" charset="0"/>
            </a:endParaRPr>
          </a:p>
        </p:txBody>
      </p:sp>
      <p:sp>
        <p:nvSpPr>
          <p:cNvPr id="21507" name="Rectangle 2">
            <a:extLst>
              <a:ext uri="{FF2B5EF4-FFF2-40B4-BE49-F238E27FC236}">
                <a16:creationId xmlns:a16="http://schemas.microsoft.com/office/drawing/2014/main" id="{F1054C14-6029-4186-8A73-BD3E85E19F40}"/>
              </a:ext>
            </a:extLst>
          </p:cNvPr>
          <p:cNvSpPr>
            <a:spLocks noGrp="1" noChangeArrowheads="1"/>
          </p:cNvSpPr>
          <p:nvPr>
            <p:ph type="body" idx="1"/>
          </p:nvPr>
        </p:nvSpPr>
        <p:spPr/>
        <p:txBody>
          <a:bodyPr/>
          <a:lstStyle/>
          <a:p>
            <a:pPr eaLnBrk="1" hangingPunct="1">
              <a:buFontTx/>
              <a:buNone/>
            </a:pPr>
            <a:r>
              <a:rPr lang="en-US" altLang="ru-RU" sz="2000"/>
              <a:t>	System Status acts as a gateway to Known Issues, Events, and Projects</a:t>
            </a:r>
          </a:p>
        </p:txBody>
      </p:sp>
      <p:sp>
        <p:nvSpPr>
          <p:cNvPr id="21508" name="Rectangle 3">
            <a:extLst>
              <a:ext uri="{FF2B5EF4-FFF2-40B4-BE49-F238E27FC236}">
                <a16:creationId xmlns:a16="http://schemas.microsoft.com/office/drawing/2014/main" id="{D37ABF85-6FE9-4B7E-89AE-ACEFA2854A64}"/>
              </a:ext>
            </a:extLst>
          </p:cNvPr>
          <p:cNvSpPr>
            <a:spLocks noGrp="1" noChangeArrowheads="1"/>
          </p:cNvSpPr>
          <p:nvPr>
            <p:ph type="title"/>
          </p:nvPr>
        </p:nvSpPr>
        <p:spPr/>
        <p:txBody>
          <a:bodyPr/>
          <a:lstStyle/>
          <a:p>
            <a:pPr eaLnBrk="1" hangingPunct="1"/>
            <a:r>
              <a:rPr lang="en-US" altLang="ru-RU"/>
              <a:t>System Status</a:t>
            </a:r>
          </a:p>
        </p:txBody>
      </p:sp>
      <p:pic>
        <p:nvPicPr>
          <p:cNvPr id="115716" name="Picture 4" descr="Whats new">
            <a:extLst>
              <a:ext uri="{FF2B5EF4-FFF2-40B4-BE49-F238E27FC236}">
                <a16:creationId xmlns:a16="http://schemas.microsoft.com/office/drawing/2014/main" id="{CBC7E91B-2A81-4E67-B858-5CC85D0B6A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5CBD10CA-0AF6-439D-AC39-B70DD4BE66D1}"/>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8512CE3-C577-4C89-B916-EAC06DE9F5BF}" type="slidenum">
              <a:rPr lang="en-US" altLang="ru-RU" sz="800">
                <a:solidFill>
                  <a:srgbClr val="B2B2B2"/>
                </a:solidFill>
                <a:latin typeface="Arial" panose="020B0604020202020204" pitchFamily="34" charset="0"/>
              </a:rPr>
              <a:pPr/>
              <a:t>20</a:t>
            </a:fld>
            <a:endParaRPr lang="en-US" altLang="ru-RU" sz="800">
              <a:solidFill>
                <a:srgbClr val="B2B2B2"/>
              </a:solidFill>
              <a:latin typeface="Arial" panose="020B0604020202020204" pitchFamily="34" charset="0"/>
            </a:endParaRPr>
          </a:p>
        </p:txBody>
      </p:sp>
      <p:sp>
        <p:nvSpPr>
          <p:cNvPr id="22531" name="Rectangle 2">
            <a:extLst>
              <a:ext uri="{FF2B5EF4-FFF2-40B4-BE49-F238E27FC236}">
                <a16:creationId xmlns:a16="http://schemas.microsoft.com/office/drawing/2014/main" id="{DE15071E-89A5-4960-8776-DC2CE59C7B06}"/>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Known Issues</a:t>
            </a:r>
            <a:endParaRPr lang="en-US" altLang="ru-RU" sz="2400"/>
          </a:p>
          <a:p>
            <a:pPr eaLnBrk="1" hangingPunct="1">
              <a:buFontTx/>
              <a:buNone/>
            </a:pPr>
            <a:r>
              <a:rPr lang="en-US" altLang="ru-RU"/>
              <a:t>	</a:t>
            </a:r>
            <a:r>
              <a:rPr lang="en-US" altLang="ru-RU" sz="2000"/>
              <a:t>Known issues details all long term issues affecting E-Mail.</a:t>
            </a:r>
          </a:p>
        </p:txBody>
      </p:sp>
      <p:sp>
        <p:nvSpPr>
          <p:cNvPr id="22532" name="Rectangle 3">
            <a:extLst>
              <a:ext uri="{FF2B5EF4-FFF2-40B4-BE49-F238E27FC236}">
                <a16:creationId xmlns:a16="http://schemas.microsoft.com/office/drawing/2014/main" id="{49332771-3BE7-417D-82D2-58489BF817AB}"/>
              </a:ext>
            </a:extLst>
          </p:cNvPr>
          <p:cNvSpPr>
            <a:spLocks noGrp="1" noChangeArrowheads="1"/>
          </p:cNvSpPr>
          <p:nvPr>
            <p:ph type="title"/>
          </p:nvPr>
        </p:nvSpPr>
        <p:spPr/>
        <p:txBody>
          <a:bodyPr/>
          <a:lstStyle/>
          <a:p>
            <a:pPr eaLnBrk="1" hangingPunct="1"/>
            <a:r>
              <a:rPr lang="en-US" altLang="ru-RU"/>
              <a:t>System Status Cont…</a:t>
            </a:r>
          </a:p>
        </p:txBody>
      </p:sp>
    </p:spTree>
  </p:cSld>
  <p:clrMapOvr>
    <a:masterClrMapping/>
  </p:clrMapOvr>
  <p:transition>
    <p:randomBa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8E41ACF2-F98F-4600-BB73-7CD15DA5E300}"/>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606F208-240A-4C04-9E77-CBC7F23B67FE}" type="slidenum">
              <a:rPr lang="en-US" altLang="ru-RU" sz="800">
                <a:solidFill>
                  <a:srgbClr val="B2B2B2"/>
                </a:solidFill>
                <a:latin typeface="Arial" panose="020B0604020202020204" pitchFamily="34" charset="0"/>
              </a:rPr>
              <a:pPr/>
              <a:t>21</a:t>
            </a:fld>
            <a:endParaRPr lang="en-US" altLang="ru-RU" sz="800">
              <a:solidFill>
                <a:srgbClr val="B2B2B2"/>
              </a:solidFill>
              <a:latin typeface="Arial" panose="020B0604020202020204" pitchFamily="34" charset="0"/>
            </a:endParaRPr>
          </a:p>
        </p:txBody>
      </p:sp>
      <p:sp>
        <p:nvSpPr>
          <p:cNvPr id="23555" name="Rectangle 2">
            <a:extLst>
              <a:ext uri="{FF2B5EF4-FFF2-40B4-BE49-F238E27FC236}">
                <a16:creationId xmlns:a16="http://schemas.microsoft.com/office/drawing/2014/main" id="{6719BC52-1789-42DD-BA96-59060180078F}"/>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Known Issues</a:t>
            </a:r>
            <a:endParaRPr lang="en-US" altLang="ru-RU" sz="2400"/>
          </a:p>
          <a:p>
            <a:pPr eaLnBrk="1" hangingPunct="1">
              <a:buFontTx/>
              <a:buNone/>
            </a:pPr>
            <a:r>
              <a:rPr lang="en-US" altLang="ru-RU"/>
              <a:t>	</a:t>
            </a:r>
            <a:r>
              <a:rPr lang="en-US" altLang="ru-RU" sz="2000"/>
              <a:t>Known issues details all long term issues affecting E-Mail.</a:t>
            </a:r>
          </a:p>
        </p:txBody>
      </p:sp>
      <p:sp>
        <p:nvSpPr>
          <p:cNvPr id="23556" name="Rectangle 3">
            <a:extLst>
              <a:ext uri="{FF2B5EF4-FFF2-40B4-BE49-F238E27FC236}">
                <a16:creationId xmlns:a16="http://schemas.microsoft.com/office/drawing/2014/main" id="{979B7962-33F0-4D6F-9F5C-E68272C383EC}"/>
              </a:ext>
            </a:extLst>
          </p:cNvPr>
          <p:cNvSpPr>
            <a:spLocks noGrp="1" noChangeArrowheads="1"/>
          </p:cNvSpPr>
          <p:nvPr>
            <p:ph type="title"/>
          </p:nvPr>
        </p:nvSpPr>
        <p:spPr/>
        <p:txBody>
          <a:bodyPr/>
          <a:lstStyle/>
          <a:p>
            <a:pPr eaLnBrk="1" hangingPunct="1"/>
            <a:r>
              <a:rPr lang="en-US" altLang="ru-RU"/>
              <a:t>System Status Cont…</a:t>
            </a:r>
          </a:p>
        </p:txBody>
      </p:sp>
      <p:pic>
        <p:nvPicPr>
          <p:cNvPr id="117764" name="Picture 4" descr="Whats new">
            <a:extLst>
              <a:ext uri="{FF2B5EF4-FFF2-40B4-BE49-F238E27FC236}">
                <a16:creationId xmlns:a16="http://schemas.microsoft.com/office/drawing/2014/main" id="{754C15CF-F0FC-49F1-A8FF-0F703DCA4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77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5A79F4B0-C8D3-4B6B-A1AD-FBC745140AD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C9A0F84-20A6-4807-9D0F-65646D89DA52}" type="slidenum">
              <a:rPr lang="en-US" altLang="ru-RU" sz="800">
                <a:solidFill>
                  <a:srgbClr val="B2B2B2"/>
                </a:solidFill>
                <a:latin typeface="Arial" panose="020B0604020202020204" pitchFamily="34" charset="0"/>
              </a:rPr>
              <a:pPr/>
              <a:t>22</a:t>
            </a:fld>
            <a:endParaRPr lang="en-US" altLang="ru-RU" sz="800">
              <a:solidFill>
                <a:srgbClr val="B2B2B2"/>
              </a:solidFill>
              <a:latin typeface="Arial" panose="020B0604020202020204" pitchFamily="34" charset="0"/>
            </a:endParaRPr>
          </a:p>
        </p:txBody>
      </p:sp>
      <p:sp>
        <p:nvSpPr>
          <p:cNvPr id="24579" name="Rectangle 2">
            <a:extLst>
              <a:ext uri="{FF2B5EF4-FFF2-40B4-BE49-F238E27FC236}">
                <a16:creationId xmlns:a16="http://schemas.microsoft.com/office/drawing/2014/main" id="{D41B7DA2-5DEA-41B4-B6AA-F6F6CE36B38C}"/>
              </a:ext>
            </a:extLst>
          </p:cNvPr>
          <p:cNvSpPr>
            <a:spLocks noGrp="1" noChangeArrowheads="1"/>
          </p:cNvSpPr>
          <p:nvPr>
            <p:ph type="body" idx="1"/>
          </p:nvPr>
        </p:nvSpPr>
        <p:spPr>
          <a:xfrm>
            <a:off x="579438" y="1398588"/>
            <a:ext cx="7826375" cy="4237037"/>
          </a:xfrm>
        </p:spPr>
        <p:txBody>
          <a:bodyPr/>
          <a:lstStyle/>
          <a:p>
            <a:pPr eaLnBrk="1" hangingPunct="1">
              <a:lnSpc>
                <a:spcPct val="100000"/>
              </a:lnSpc>
              <a:spcAft>
                <a:spcPct val="20000"/>
              </a:spcAft>
              <a:buFontTx/>
              <a:buNone/>
            </a:pPr>
            <a:r>
              <a:rPr lang="en-US" altLang="ru-RU" b="1"/>
              <a:t>	</a:t>
            </a:r>
            <a:r>
              <a:rPr lang="en-US" altLang="ru-RU" sz="2000" b="1">
                <a:solidFill>
                  <a:schemeClr val="accent2"/>
                </a:solidFill>
              </a:rPr>
              <a:t>Events</a:t>
            </a:r>
            <a:endParaRPr lang="en-US" altLang="ru-RU" sz="2000"/>
          </a:p>
          <a:p>
            <a:pPr eaLnBrk="1" hangingPunct="1"/>
            <a:r>
              <a:rPr lang="en-US" altLang="ru-RU" sz="2000"/>
              <a:t>E-Mail Services Events consists of Unscheduled Events, Schedules Events, and Resolved Events.  The lists of events are dynamically updated by the contents in: W:\Intranet Site\Updates\Resolved Events, Scheduled Events, and Unscheduled Events</a:t>
            </a:r>
          </a:p>
          <a:p>
            <a:pPr eaLnBrk="1" hangingPunct="1">
              <a:lnSpc>
                <a:spcPct val="100000"/>
              </a:lnSpc>
              <a:spcAft>
                <a:spcPct val="20000"/>
              </a:spcAft>
            </a:pPr>
            <a:r>
              <a:rPr lang="en-US" altLang="ru-RU" sz="2000"/>
              <a:t>Events can be added and resolved by using the EMS admin tool located: </a:t>
            </a:r>
            <a:r>
              <a:rPr lang="en-US" altLang="ru-RU" sz="2000">
                <a:hlinkClick r:id="rId3"/>
              </a:rPr>
              <a:t>http://dubemsapp01/EventUpdate/EventUpd2.aspx</a:t>
            </a:r>
            <a:r>
              <a:rPr lang="en-US" altLang="ru-RU" sz="2000"/>
              <a:t> </a:t>
            </a:r>
          </a:p>
          <a:p>
            <a:pPr eaLnBrk="1" hangingPunct="1"/>
            <a:endParaRPr lang="en-US" altLang="ru-RU" sz="2400"/>
          </a:p>
        </p:txBody>
      </p:sp>
      <p:sp>
        <p:nvSpPr>
          <p:cNvPr id="24580" name="Rectangle 3">
            <a:extLst>
              <a:ext uri="{FF2B5EF4-FFF2-40B4-BE49-F238E27FC236}">
                <a16:creationId xmlns:a16="http://schemas.microsoft.com/office/drawing/2014/main" id="{2526ED8F-AEE0-4EA3-B578-3C196F45F6C4}"/>
              </a:ext>
            </a:extLst>
          </p:cNvPr>
          <p:cNvSpPr>
            <a:spLocks noGrp="1" noChangeArrowheads="1"/>
          </p:cNvSpPr>
          <p:nvPr>
            <p:ph type="title"/>
          </p:nvPr>
        </p:nvSpPr>
        <p:spPr/>
        <p:txBody>
          <a:bodyPr/>
          <a:lstStyle/>
          <a:p>
            <a:pPr eaLnBrk="1" hangingPunct="1"/>
            <a:r>
              <a:rPr lang="en-US" altLang="ru-RU"/>
              <a:t>System Status Cont…</a:t>
            </a:r>
          </a:p>
        </p:txBody>
      </p:sp>
    </p:spTree>
  </p:cSld>
  <p:clrMapOvr>
    <a:masterClrMapping/>
  </p:clrMapOvr>
  <p:transition>
    <p:randomBa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214735B-4435-4196-85AB-510E6DD2DE7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986151A-F3B5-4887-B769-EAFEF0614B16}" type="slidenum">
              <a:rPr lang="en-US" altLang="ru-RU" sz="800">
                <a:solidFill>
                  <a:srgbClr val="B2B2B2"/>
                </a:solidFill>
                <a:latin typeface="Arial" panose="020B0604020202020204" pitchFamily="34" charset="0"/>
              </a:rPr>
              <a:pPr/>
              <a:t>23</a:t>
            </a:fld>
            <a:endParaRPr lang="en-US" altLang="ru-RU" sz="800">
              <a:solidFill>
                <a:srgbClr val="B2B2B2"/>
              </a:solidFill>
              <a:latin typeface="Arial" panose="020B0604020202020204" pitchFamily="34" charset="0"/>
            </a:endParaRPr>
          </a:p>
        </p:txBody>
      </p:sp>
      <p:sp>
        <p:nvSpPr>
          <p:cNvPr id="25603" name="Rectangle 2">
            <a:extLst>
              <a:ext uri="{FF2B5EF4-FFF2-40B4-BE49-F238E27FC236}">
                <a16:creationId xmlns:a16="http://schemas.microsoft.com/office/drawing/2014/main" id="{CEED128A-12B3-4492-9728-A4DE5BA1B25D}"/>
              </a:ext>
            </a:extLst>
          </p:cNvPr>
          <p:cNvSpPr>
            <a:spLocks noGrp="1" noChangeArrowheads="1"/>
          </p:cNvSpPr>
          <p:nvPr>
            <p:ph type="body" idx="1"/>
          </p:nvPr>
        </p:nvSpPr>
        <p:spPr>
          <a:xfrm>
            <a:off x="579438" y="1398588"/>
            <a:ext cx="7826375" cy="4237037"/>
          </a:xfrm>
        </p:spPr>
        <p:txBody>
          <a:bodyPr/>
          <a:lstStyle/>
          <a:p>
            <a:pPr eaLnBrk="1" hangingPunct="1">
              <a:lnSpc>
                <a:spcPct val="100000"/>
              </a:lnSpc>
              <a:spcAft>
                <a:spcPct val="20000"/>
              </a:spcAft>
              <a:buFontTx/>
              <a:buNone/>
            </a:pPr>
            <a:r>
              <a:rPr lang="en-US" altLang="ru-RU" b="1"/>
              <a:t>	</a:t>
            </a:r>
            <a:r>
              <a:rPr lang="en-US" altLang="ru-RU" sz="2000" b="1">
                <a:solidFill>
                  <a:schemeClr val="accent2"/>
                </a:solidFill>
              </a:rPr>
              <a:t>Events</a:t>
            </a:r>
            <a:endParaRPr lang="en-US" altLang="ru-RU" sz="2000"/>
          </a:p>
          <a:p>
            <a:pPr eaLnBrk="1" hangingPunct="1"/>
            <a:r>
              <a:rPr lang="en-US" altLang="ru-RU" sz="2000"/>
              <a:t>E-Mail Services Events consists of Unscheduled Events, Schedules Events, and Resolved Events.  The lists of events are dynamically updated by the contents in: W:\Intranet Site\Updates\Resolved Events, Scheduled Events, and Unscheduled Events</a:t>
            </a:r>
          </a:p>
          <a:p>
            <a:pPr eaLnBrk="1" hangingPunct="1">
              <a:lnSpc>
                <a:spcPct val="100000"/>
              </a:lnSpc>
              <a:spcAft>
                <a:spcPct val="20000"/>
              </a:spcAft>
            </a:pPr>
            <a:r>
              <a:rPr lang="en-US" altLang="ru-RU" sz="2000"/>
              <a:t>Events can be added and resolved by using the EMS admin tool located: </a:t>
            </a:r>
            <a:r>
              <a:rPr lang="en-US" altLang="ru-RU" sz="2000">
                <a:hlinkClick r:id="rId3"/>
              </a:rPr>
              <a:t>http://dubemsapp01/EventUpdate/EventUpd2.aspx</a:t>
            </a:r>
            <a:r>
              <a:rPr lang="en-US" altLang="ru-RU" sz="2000"/>
              <a:t> </a:t>
            </a:r>
          </a:p>
          <a:p>
            <a:pPr eaLnBrk="1" hangingPunct="1"/>
            <a:endParaRPr lang="en-US" altLang="ru-RU" sz="2400"/>
          </a:p>
        </p:txBody>
      </p:sp>
      <p:sp>
        <p:nvSpPr>
          <p:cNvPr id="25604" name="Rectangle 3">
            <a:extLst>
              <a:ext uri="{FF2B5EF4-FFF2-40B4-BE49-F238E27FC236}">
                <a16:creationId xmlns:a16="http://schemas.microsoft.com/office/drawing/2014/main" id="{809EE92A-7F58-4229-A735-D3697721755F}"/>
              </a:ext>
            </a:extLst>
          </p:cNvPr>
          <p:cNvSpPr>
            <a:spLocks noGrp="1" noChangeArrowheads="1"/>
          </p:cNvSpPr>
          <p:nvPr>
            <p:ph type="title"/>
          </p:nvPr>
        </p:nvSpPr>
        <p:spPr/>
        <p:txBody>
          <a:bodyPr/>
          <a:lstStyle/>
          <a:p>
            <a:pPr eaLnBrk="1" hangingPunct="1"/>
            <a:r>
              <a:rPr lang="en-US" altLang="ru-RU"/>
              <a:t>System Status Cont…</a:t>
            </a:r>
          </a:p>
        </p:txBody>
      </p:sp>
      <p:pic>
        <p:nvPicPr>
          <p:cNvPr id="119814" name="Picture 6" descr="Whats new">
            <a:extLst>
              <a:ext uri="{FF2B5EF4-FFF2-40B4-BE49-F238E27FC236}">
                <a16:creationId xmlns:a16="http://schemas.microsoft.com/office/drawing/2014/main" id="{191B6754-4F91-4747-9D8E-C7C0FCC7CC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9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37D91E26-D3B4-41AA-AE7E-EA0C065CB67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3F0D367-9CFC-40B5-80F6-DE8BC95B8E7E}" type="slidenum">
              <a:rPr lang="en-US" altLang="ru-RU" sz="800">
                <a:solidFill>
                  <a:srgbClr val="B2B2B2"/>
                </a:solidFill>
                <a:latin typeface="Arial" panose="020B0604020202020204" pitchFamily="34" charset="0"/>
              </a:rPr>
              <a:pPr/>
              <a:t>24</a:t>
            </a:fld>
            <a:endParaRPr lang="en-US" altLang="ru-RU" sz="800">
              <a:solidFill>
                <a:srgbClr val="B2B2B2"/>
              </a:solidFill>
              <a:latin typeface="Arial" panose="020B0604020202020204" pitchFamily="34" charset="0"/>
            </a:endParaRPr>
          </a:p>
        </p:txBody>
      </p:sp>
      <p:sp>
        <p:nvSpPr>
          <p:cNvPr id="26627" name="Rectangle 2">
            <a:extLst>
              <a:ext uri="{FF2B5EF4-FFF2-40B4-BE49-F238E27FC236}">
                <a16:creationId xmlns:a16="http://schemas.microsoft.com/office/drawing/2014/main" id="{89871B4C-53FB-4B7F-92A5-9A798D41E14A}"/>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Projects</a:t>
            </a:r>
            <a:endParaRPr lang="en-US" altLang="ru-RU" sz="2400"/>
          </a:p>
          <a:p>
            <a:pPr eaLnBrk="1" hangingPunct="1">
              <a:buFontTx/>
              <a:buNone/>
            </a:pPr>
            <a:r>
              <a:rPr lang="en-US" altLang="ru-RU" sz="2000"/>
              <a:t>	The Projects page displays a dynamically updated list of all current and past projects of EMS.</a:t>
            </a:r>
          </a:p>
        </p:txBody>
      </p:sp>
      <p:sp>
        <p:nvSpPr>
          <p:cNvPr id="26628" name="Rectangle 3">
            <a:extLst>
              <a:ext uri="{FF2B5EF4-FFF2-40B4-BE49-F238E27FC236}">
                <a16:creationId xmlns:a16="http://schemas.microsoft.com/office/drawing/2014/main" id="{DC75AD86-D168-4777-98A2-0C478E06889E}"/>
              </a:ext>
            </a:extLst>
          </p:cNvPr>
          <p:cNvSpPr>
            <a:spLocks noGrp="1" noChangeArrowheads="1"/>
          </p:cNvSpPr>
          <p:nvPr>
            <p:ph type="title"/>
          </p:nvPr>
        </p:nvSpPr>
        <p:spPr/>
        <p:txBody>
          <a:bodyPr/>
          <a:lstStyle/>
          <a:p>
            <a:pPr eaLnBrk="1" hangingPunct="1"/>
            <a:r>
              <a:rPr lang="en-US" altLang="ru-RU"/>
              <a:t>System Status Cont…</a:t>
            </a:r>
          </a:p>
        </p:txBody>
      </p:sp>
    </p:spTree>
  </p:cSld>
  <p:clrMapOvr>
    <a:masterClrMapping/>
  </p:clrMapOvr>
  <p:transition>
    <p:randomBa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4454BF19-81AA-4B80-9B98-B17241CC1360}"/>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97923DC-6658-40EB-8F64-33054605CC56}" type="slidenum">
              <a:rPr lang="en-US" altLang="ru-RU" sz="800">
                <a:solidFill>
                  <a:srgbClr val="B2B2B2"/>
                </a:solidFill>
                <a:latin typeface="Arial" panose="020B0604020202020204" pitchFamily="34" charset="0"/>
              </a:rPr>
              <a:pPr/>
              <a:t>25</a:t>
            </a:fld>
            <a:endParaRPr lang="en-US" altLang="ru-RU" sz="800">
              <a:solidFill>
                <a:srgbClr val="B2B2B2"/>
              </a:solidFill>
              <a:latin typeface="Arial" panose="020B0604020202020204" pitchFamily="34" charset="0"/>
            </a:endParaRPr>
          </a:p>
        </p:txBody>
      </p:sp>
      <p:sp>
        <p:nvSpPr>
          <p:cNvPr id="27651" name="Rectangle 2">
            <a:extLst>
              <a:ext uri="{FF2B5EF4-FFF2-40B4-BE49-F238E27FC236}">
                <a16:creationId xmlns:a16="http://schemas.microsoft.com/office/drawing/2014/main" id="{695FACC3-40E3-4B1F-AD23-83E418CF49E9}"/>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Projects</a:t>
            </a:r>
            <a:endParaRPr lang="en-US" altLang="ru-RU" sz="2400"/>
          </a:p>
          <a:p>
            <a:pPr eaLnBrk="1" hangingPunct="1">
              <a:buFontTx/>
              <a:buNone/>
            </a:pPr>
            <a:r>
              <a:rPr lang="en-US" altLang="ru-RU" sz="2000"/>
              <a:t>	The Projects page displays a dynamically updated list of all current and past projects of EMS.</a:t>
            </a:r>
          </a:p>
        </p:txBody>
      </p:sp>
      <p:sp>
        <p:nvSpPr>
          <p:cNvPr id="27652" name="Rectangle 3">
            <a:extLst>
              <a:ext uri="{FF2B5EF4-FFF2-40B4-BE49-F238E27FC236}">
                <a16:creationId xmlns:a16="http://schemas.microsoft.com/office/drawing/2014/main" id="{CDF3FFEE-8824-4BCE-B239-C5048FD55A28}"/>
              </a:ext>
            </a:extLst>
          </p:cNvPr>
          <p:cNvSpPr>
            <a:spLocks noGrp="1" noChangeArrowheads="1"/>
          </p:cNvSpPr>
          <p:nvPr>
            <p:ph type="title"/>
          </p:nvPr>
        </p:nvSpPr>
        <p:spPr/>
        <p:txBody>
          <a:bodyPr/>
          <a:lstStyle/>
          <a:p>
            <a:pPr eaLnBrk="1" hangingPunct="1"/>
            <a:r>
              <a:rPr lang="en-US" altLang="ru-RU"/>
              <a:t>System Status Cont…</a:t>
            </a:r>
          </a:p>
        </p:txBody>
      </p:sp>
      <p:pic>
        <p:nvPicPr>
          <p:cNvPr id="123908" name="Picture 4" descr="Whats new">
            <a:extLst>
              <a:ext uri="{FF2B5EF4-FFF2-40B4-BE49-F238E27FC236}">
                <a16:creationId xmlns:a16="http://schemas.microsoft.com/office/drawing/2014/main" id="{EA865772-9CFE-4D40-8BD0-5119C7F28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9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496259A9-D834-415C-8B2D-19D9D8F070C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99F652F-7C33-4DCD-AE08-CB71BDB0DF2A}" type="slidenum">
              <a:rPr lang="en-US" altLang="ru-RU" sz="800">
                <a:solidFill>
                  <a:srgbClr val="B2B2B2"/>
                </a:solidFill>
                <a:latin typeface="Arial" panose="020B0604020202020204" pitchFamily="34" charset="0"/>
              </a:rPr>
              <a:pPr/>
              <a:t>26</a:t>
            </a:fld>
            <a:endParaRPr lang="en-US" altLang="ru-RU" sz="800">
              <a:solidFill>
                <a:srgbClr val="B2B2B2"/>
              </a:solidFill>
              <a:latin typeface="Arial" panose="020B0604020202020204" pitchFamily="34" charset="0"/>
            </a:endParaRPr>
          </a:p>
        </p:txBody>
      </p:sp>
      <p:sp>
        <p:nvSpPr>
          <p:cNvPr id="28675" name="Rectangle 2">
            <a:extLst>
              <a:ext uri="{FF2B5EF4-FFF2-40B4-BE49-F238E27FC236}">
                <a16:creationId xmlns:a16="http://schemas.microsoft.com/office/drawing/2014/main" id="{C309140E-70CB-4E9A-9A80-C588E0486A65}"/>
              </a:ext>
            </a:extLst>
          </p:cNvPr>
          <p:cNvSpPr>
            <a:spLocks noGrp="1" noChangeArrowheads="1"/>
          </p:cNvSpPr>
          <p:nvPr>
            <p:ph type="body" idx="1"/>
          </p:nvPr>
        </p:nvSpPr>
        <p:spPr/>
        <p:txBody>
          <a:bodyPr/>
          <a:lstStyle/>
          <a:p>
            <a:pPr eaLnBrk="1" hangingPunct="1">
              <a:buFontTx/>
              <a:buNone/>
            </a:pPr>
            <a:r>
              <a:rPr lang="en-US" altLang="ru-RU" sz="2000"/>
              <a:t>	Documentation acts as a gateway to Exchange Info and E-Mail Policies</a:t>
            </a:r>
          </a:p>
        </p:txBody>
      </p:sp>
      <p:sp>
        <p:nvSpPr>
          <p:cNvPr id="28676" name="Rectangle 3">
            <a:extLst>
              <a:ext uri="{FF2B5EF4-FFF2-40B4-BE49-F238E27FC236}">
                <a16:creationId xmlns:a16="http://schemas.microsoft.com/office/drawing/2014/main" id="{0BA3EB4A-065E-40E5-8161-56848306CC96}"/>
              </a:ext>
            </a:extLst>
          </p:cNvPr>
          <p:cNvSpPr>
            <a:spLocks noGrp="1" noChangeArrowheads="1"/>
          </p:cNvSpPr>
          <p:nvPr>
            <p:ph type="title"/>
          </p:nvPr>
        </p:nvSpPr>
        <p:spPr/>
        <p:txBody>
          <a:bodyPr/>
          <a:lstStyle/>
          <a:p>
            <a:pPr eaLnBrk="1" hangingPunct="1"/>
            <a:r>
              <a:rPr lang="en-US" altLang="ru-RU"/>
              <a:t>Documentation</a:t>
            </a:r>
          </a:p>
        </p:txBody>
      </p:sp>
    </p:spTree>
  </p:cSld>
  <p:clrMapOvr>
    <a:masterClrMapping/>
  </p:clrMapOvr>
  <p:transition>
    <p:randomBa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1E44C50-4868-498B-AFE3-F4D0E7027A5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64BABE6-BD39-404A-A665-C1C180275877}" type="slidenum">
              <a:rPr lang="en-US" altLang="ru-RU" sz="800">
                <a:solidFill>
                  <a:srgbClr val="B2B2B2"/>
                </a:solidFill>
                <a:latin typeface="Arial" panose="020B0604020202020204" pitchFamily="34" charset="0"/>
              </a:rPr>
              <a:pPr/>
              <a:t>27</a:t>
            </a:fld>
            <a:endParaRPr lang="en-US" altLang="ru-RU" sz="800">
              <a:solidFill>
                <a:srgbClr val="B2B2B2"/>
              </a:solidFill>
              <a:latin typeface="Arial" panose="020B0604020202020204" pitchFamily="34" charset="0"/>
            </a:endParaRPr>
          </a:p>
        </p:txBody>
      </p:sp>
      <p:sp>
        <p:nvSpPr>
          <p:cNvPr id="29699" name="Rectangle 2">
            <a:extLst>
              <a:ext uri="{FF2B5EF4-FFF2-40B4-BE49-F238E27FC236}">
                <a16:creationId xmlns:a16="http://schemas.microsoft.com/office/drawing/2014/main" id="{5482BB27-9FD3-41AD-924E-A89D80CBC76D}"/>
              </a:ext>
            </a:extLst>
          </p:cNvPr>
          <p:cNvSpPr>
            <a:spLocks noGrp="1" noChangeArrowheads="1"/>
          </p:cNvSpPr>
          <p:nvPr>
            <p:ph type="body" idx="1"/>
          </p:nvPr>
        </p:nvSpPr>
        <p:spPr/>
        <p:txBody>
          <a:bodyPr/>
          <a:lstStyle/>
          <a:p>
            <a:pPr eaLnBrk="1" hangingPunct="1">
              <a:buFontTx/>
              <a:buNone/>
            </a:pPr>
            <a:r>
              <a:rPr lang="en-US" altLang="ru-RU" sz="2000"/>
              <a:t>	Documentation acts as a gateway to Exchange Info and E-Mail Policies</a:t>
            </a:r>
          </a:p>
        </p:txBody>
      </p:sp>
      <p:sp>
        <p:nvSpPr>
          <p:cNvPr id="29700" name="Rectangle 3">
            <a:extLst>
              <a:ext uri="{FF2B5EF4-FFF2-40B4-BE49-F238E27FC236}">
                <a16:creationId xmlns:a16="http://schemas.microsoft.com/office/drawing/2014/main" id="{5A3C2B45-A203-4693-B0E6-52EAD43D490F}"/>
              </a:ext>
            </a:extLst>
          </p:cNvPr>
          <p:cNvSpPr>
            <a:spLocks noGrp="1" noChangeArrowheads="1"/>
          </p:cNvSpPr>
          <p:nvPr>
            <p:ph type="title"/>
          </p:nvPr>
        </p:nvSpPr>
        <p:spPr/>
        <p:txBody>
          <a:bodyPr/>
          <a:lstStyle/>
          <a:p>
            <a:pPr eaLnBrk="1" hangingPunct="1"/>
            <a:r>
              <a:rPr lang="en-US" altLang="ru-RU"/>
              <a:t>Documentation</a:t>
            </a:r>
          </a:p>
        </p:txBody>
      </p:sp>
      <p:pic>
        <p:nvPicPr>
          <p:cNvPr id="125956" name="Picture 4" descr="Whats new">
            <a:extLst>
              <a:ext uri="{FF2B5EF4-FFF2-40B4-BE49-F238E27FC236}">
                <a16:creationId xmlns:a16="http://schemas.microsoft.com/office/drawing/2014/main" id="{3BEAA840-3626-4D26-9BD4-D5FAFDE03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59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A7A68F67-1522-4DCC-A0F3-037CC9CF70EB}"/>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D853A04-B781-4320-847F-1C058766620D}" type="slidenum">
              <a:rPr lang="en-US" altLang="ru-RU" sz="800">
                <a:solidFill>
                  <a:srgbClr val="B2B2B2"/>
                </a:solidFill>
                <a:latin typeface="Arial" panose="020B0604020202020204" pitchFamily="34" charset="0"/>
              </a:rPr>
              <a:pPr/>
              <a:t>28</a:t>
            </a:fld>
            <a:endParaRPr lang="en-US" altLang="ru-RU" sz="800">
              <a:solidFill>
                <a:srgbClr val="B2B2B2"/>
              </a:solidFill>
              <a:latin typeface="Arial" panose="020B0604020202020204" pitchFamily="34" charset="0"/>
            </a:endParaRPr>
          </a:p>
        </p:txBody>
      </p:sp>
      <p:sp>
        <p:nvSpPr>
          <p:cNvPr id="30723" name="Rectangle 2">
            <a:extLst>
              <a:ext uri="{FF2B5EF4-FFF2-40B4-BE49-F238E27FC236}">
                <a16:creationId xmlns:a16="http://schemas.microsoft.com/office/drawing/2014/main" id="{9245A256-C5C4-476D-A06E-ACE22CDC8D89}"/>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Exchange Documentation</a:t>
            </a:r>
            <a:endParaRPr lang="en-US" altLang="ru-RU" sz="2400"/>
          </a:p>
          <a:p>
            <a:pPr eaLnBrk="1" hangingPunct="1">
              <a:buFontTx/>
              <a:buNone/>
            </a:pPr>
            <a:r>
              <a:rPr lang="en-US" altLang="ru-RU" sz="2000"/>
              <a:t>	Exchange Info contains Exchange Topology Diagrams, Server Cabling diagrams, Backup Documentation, and any other documents that may be of interest to users.</a:t>
            </a:r>
          </a:p>
        </p:txBody>
      </p:sp>
      <p:sp>
        <p:nvSpPr>
          <p:cNvPr id="30724" name="Rectangle 3">
            <a:extLst>
              <a:ext uri="{FF2B5EF4-FFF2-40B4-BE49-F238E27FC236}">
                <a16:creationId xmlns:a16="http://schemas.microsoft.com/office/drawing/2014/main" id="{10BEA945-BB2F-4AF2-9CB3-D145F36F29EF}"/>
              </a:ext>
            </a:extLst>
          </p:cNvPr>
          <p:cNvSpPr>
            <a:spLocks noGrp="1" noChangeArrowheads="1"/>
          </p:cNvSpPr>
          <p:nvPr>
            <p:ph type="title"/>
          </p:nvPr>
        </p:nvSpPr>
        <p:spPr/>
        <p:txBody>
          <a:bodyPr/>
          <a:lstStyle/>
          <a:p>
            <a:pPr eaLnBrk="1" hangingPunct="1"/>
            <a:r>
              <a:rPr lang="en-US" altLang="ru-RU"/>
              <a:t>Documentation Cont…</a:t>
            </a:r>
          </a:p>
        </p:txBody>
      </p:sp>
    </p:spTree>
  </p:cSld>
  <p:clrMapOvr>
    <a:masterClrMapping/>
  </p:clrMapOvr>
  <p:transition>
    <p:randomBa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1F9C700E-E930-48EE-982F-7C260D55ACF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B89C39A-D2C0-439D-927B-7989BE01CD10}" type="slidenum">
              <a:rPr lang="en-US" altLang="ru-RU" sz="800">
                <a:solidFill>
                  <a:srgbClr val="B2B2B2"/>
                </a:solidFill>
                <a:latin typeface="Arial" panose="020B0604020202020204" pitchFamily="34" charset="0"/>
              </a:rPr>
              <a:pPr/>
              <a:t>29</a:t>
            </a:fld>
            <a:endParaRPr lang="en-US" altLang="ru-RU" sz="800">
              <a:solidFill>
                <a:srgbClr val="B2B2B2"/>
              </a:solidFill>
              <a:latin typeface="Arial" panose="020B0604020202020204" pitchFamily="34" charset="0"/>
            </a:endParaRPr>
          </a:p>
        </p:txBody>
      </p:sp>
      <p:sp>
        <p:nvSpPr>
          <p:cNvPr id="31747" name="Rectangle 2">
            <a:extLst>
              <a:ext uri="{FF2B5EF4-FFF2-40B4-BE49-F238E27FC236}">
                <a16:creationId xmlns:a16="http://schemas.microsoft.com/office/drawing/2014/main" id="{E89582DD-A290-4F9C-8730-DD21C503B163}"/>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Exchange Documentation</a:t>
            </a:r>
            <a:endParaRPr lang="en-US" altLang="ru-RU" sz="2400"/>
          </a:p>
          <a:p>
            <a:pPr eaLnBrk="1" hangingPunct="1">
              <a:buFontTx/>
              <a:buNone/>
            </a:pPr>
            <a:r>
              <a:rPr lang="en-US" altLang="ru-RU" sz="2000"/>
              <a:t>	Exchange Info contains Exchange Topology Diagrams, Server Cabling diagrams, Backup Documentation, and any other documents that may be of interest to users.</a:t>
            </a:r>
          </a:p>
        </p:txBody>
      </p:sp>
      <p:sp>
        <p:nvSpPr>
          <p:cNvPr id="31748" name="Rectangle 3">
            <a:extLst>
              <a:ext uri="{FF2B5EF4-FFF2-40B4-BE49-F238E27FC236}">
                <a16:creationId xmlns:a16="http://schemas.microsoft.com/office/drawing/2014/main" id="{F6839A38-9E24-4F71-9AE8-80F8CF5BC7C7}"/>
              </a:ext>
            </a:extLst>
          </p:cNvPr>
          <p:cNvSpPr>
            <a:spLocks noGrp="1" noChangeArrowheads="1"/>
          </p:cNvSpPr>
          <p:nvPr>
            <p:ph type="title"/>
          </p:nvPr>
        </p:nvSpPr>
        <p:spPr/>
        <p:txBody>
          <a:bodyPr/>
          <a:lstStyle/>
          <a:p>
            <a:pPr eaLnBrk="1" hangingPunct="1"/>
            <a:r>
              <a:rPr lang="en-US" altLang="ru-RU"/>
              <a:t>Documentation Cont…</a:t>
            </a:r>
          </a:p>
        </p:txBody>
      </p:sp>
      <p:pic>
        <p:nvPicPr>
          <p:cNvPr id="128004" name="Picture 4" descr="Whats new">
            <a:extLst>
              <a:ext uri="{FF2B5EF4-FFF2-40B4-BE49-F238E27FC236}">
                <a16:creationId xmlns:a16="http://schemas.microsoft.com/office/drawing/2014/main" id="{11C52A69-CEC6-4A31-8340-6DB328C91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2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B976B3E0-7204-4420-8158-A3500DE4BF1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EE6B432-F0EE-4953-A737-FEF0F54A5D58}" type="slidenum">
              <a:rPr lang="en-US" altLang="ru-RU" sz="800">
                <a:solidFill>
                  <a:srgbClr val="B2B2B2"/>
                </a:solidFill>
                <a:latin typeface="Arial" panose="020B0604020202020204" pitchFamily="34" charset="0"/>
              </a:rPr>
              <a:pPr/>
              <a:t>30</a:t>
            </a:fld>
            <a:endParaRPr lang="en-US" altLang="ru-RU" sz="800">
              <a:solidFill>
                <a:srgbClr val="B2B2B2"/>
              </a:solidFill>
              <a:latin typeface="Arial" panose="020B0604020202020204" pitchFamily="34" charset="0"/>
            </a:endParaRPr>
          </a:p>
        </p:txBody>
      </p:sp>
      <p:sp>
        <p:nvSpPr>
          <p:cNvPr id="32771" name="Rectangle 2">
            <a:extLst>
              <a:ext uri="{FF2B5EF4-FFF2-40B4-BE49-F238E27FC236}">
                <a16:creationId xmlns:a16="http://schemas.microsoft.com/office/drawing/2014/main" id="{DD388595-5468-4AA7-8454-388831293000}"/>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E-Mail Policies</a:t>
            </a:r>
            <a:endParaRPr lang="en-US" altLang="ru-RU" sz="2400"/>
          </a:p>
          <a:p>
            <a:pPr eaLnBrk="1" hangingPunct="1">
              <a:buFontTx/>
              <a:buNone/>
            </a:pPr>
            <a:r>
              <a:rPr lang="en-US" altLang="ru-RU" sz="2000"/>
              <a:t>	E-Mail Policies contains all EMS Policies.  Allowing users easily answer questing regarding policies enforced by E-Mail Services</a:t>
            </a:r>
          </a:p>
        </p:txBody>
      </p:sp>
      <p:sp>
        <p:nvSpPr>
          <p:cNvPr id="32772" name="Rectangle 3">
            <a:extLst>
              <a:ext uri="{FF2B5EF4-FFF2-40B4-BE49-F238E27FC236}">
                <a16:creationId xmlns:a16="http://schemas.microsoft.com/office/drawing/2014/main" id="{81FFD24C-215C-432D-9033-BCFCA7B3780D}"/>
              </a:ext>
            </a:extLst>
          </p:cNvPr>
          <p:cNvSpPr>
            <a:spLocks noGrp="1" noChangeArrowheads="1"/>
          </p:cNvSpPr>
          <p:nvPr>
            <p:ph type="title"/>
          </p:nvPr>
        </p:nvSpPr>
        <p:spPr/>
        <p:txBody>
          <a:bodyPr/>
          <a:lstStyle/>
          <a:p>
            <a:pPr eaLnBrk="1" hangingPunct="1"/>
            <a:r>
              <a:rPr lang="en-US" altLang="ru-RU"/>
              <a:t>Documentation Cont…</a:t>
            </a:r>
          </a:p>
        </p:txBody>
      </p:sp>
    </p:spTree>
  </p:cSld>
  <p:clrMapOvr>
    <a:masterClrMapping/>
  </p:clrMapOvr>
  <p:transition>
    <p:randomBa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3C1668A-B96B-4A45-917D-82BF8E79CD1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FACA9C5-EED3-4B3E-B468-B0FDBE78AC4B}" type="slidenum">
              <a:rPr lang="en-US" altLang="ru-RU" sz="800">
                <a:solidFill>
                  <a:srgbClr val="B2B2B2"/>
                </a:solidFill>
                <a:latin typeface="Arial" panose="020B0604020202020204" pitchFamily="34" charset="0"/>
              </a:rPr>
              <a:pPr/>
              <a:t>31</a:t>
            </a:fld>
            <a:endParaRPr lang="en-US" altLang="ru-RU" sz="800">
              <a:solidFill>
                <a:srgbClr val="B2B2B2"/>
              </a:solidFill>
              <a:latin typeface="Arial" panose="020B0604020202020204" pitchFamily="34" charset="0"/>
            </a:endParaRPr>
          </a:p>
        </p:txBody>
      </p:sp>
      <p:sp>
        <p:nvSpPr>
          <p:cNvPr id="33795" name="Rectangle 2">
            <a:extLst>
              <a:ext uri="{FF2B5EF4-FFF2-40B4-BE49-F238E27FC236}">
                <a16:creationId xmlns:a16="http://schemas.microsoft.com/office/drawing/2014/main" id="{C207CFF9-EA55-43F2-9486-61D25F333DD2}"/>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E-Mail Policies</a:t>
            </a:r>
            <a:endParaRPr lang="en-US" altLang="ru-RU" sz="2400"/>
          </a:p>
          <a:p>
            <a:pPr eaLnBrk="1" hangingPunct="1">
              <a:buFontTx/>
              <a:buNone/>
            </a:pPr>
            <a:r>
              <a:rPr lang="en-US" altLang="ru-RU" sz="2000"/>
              <a:t>	E-Mail Policies contains all EMS Policies.  Allowing users easily answer questing regarding policies enforced by E-Mail Services</a:t>
            </a:r>
          </a:p>
        </p:txBody>
      </p:sp>
      <p:sp>
        <p:nvSpPr>
          <p:cNvPr id="33796" name="Rectangle 3">
            <a:extLst>
              <a:ext uri="{FF2B5EF4-FFF2-40B4-BE49-F238E27FC236}">
                <a16:creationId xmlns:a16="http://schemas.microsoft.com/office/drawing/2014/main" id="{55242BA7-731E-49C4-A94E-E122D7630DF3}"/>
              </a:ext>
            </a:extLst>
          </p:cNvPr>
          <p:cNvSpPr>
            <a:spLocks noGrp="1" noChangeArrowheads="1"/>
          </p:cNvSpPr>
          <p:nvPr>
            <p:ph type="title"/>
          </p:nvPr>
        </p:nvSpPr>
        <p:spPr/>
        <p:txBody>
          <a:bodyPr/>
          <a:lstStyle/>
          <a:p>
            <a:pPr eaLnBrk="1" hangingPunct="1"/>
            <a:r>
              <a:rPr lang="en-US" altLang="ru-RU"/>
              <a:t>Documentation Cont…</a:t>
            </a:r>
          </a:p>
        </p:txBody>
      </p:sp>
      <p:pic>
        <p:nvPicPr>
          <p:cNvPr id="134149" name="Picture 5" descr="Whats new">
            <a:extLst>
              <a:ext uri="{FF2B5EF4-FFF2-40B4-BE49-F238E27FC236}">
                <a16:creationId xmlns:a16="http://schemas.microsoft.com/office/drawing/2014/main" id="{FBBCDA78-BACB-42A1-B1A7-51FAFEBCC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4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AC023787-FDD1-4CB3-99B8-71D45FE6A9E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5BEF0E0-1AC4-4691-A411-C4A3E18E5053}" type="slidenum">
              <a:rPr lang="en-US" altLang="ru-RU" sz="800">
                <a:solidFill>
                  <a:srgbClr val="B2B2B2"/>
                </a:solidFill>
                <a:latin typeface="Arial" panose="020B0604020202020204" pitchFamily="34" charset="0"/>
              </a:rPr>
              <a:pPr/>
              <a:t>32</a:t>
            </a:fld>
            <a:endParaRPr lang="en-US" altLang="ru-RU" sz="800">
              <a:solidFill>
                <a:srgbClr val="B2B2B2"/>
              </a:solidFill>
              <a:latin typeface="Arial" panose="020B0604020202020204" pitchFamily="34" charset="0"/>
            </a:endParaRPr>
          </a:p>
        </p:txBody>
      </p:sp>
      <p:sp>
        <p:nvSpPr>
          <p:cNvPr id="34819" name="Rectangle 2">
            <a:extLst>
              <a:ext uri="{FF2B5EF4-FFF2-40B4-BE49-F238E27FC236}">
                <a16:creationId xmlns:a16="http://schemas.microsoft.com/office/drawing/2014/main" id="{0D7B517B-1F7C-4235-B725-5F4DC46D2A2A}"/>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b="1"/>
              <a:t>	“</a:t>
            </a:r>
            <a:r>
              <a:rPr lang="en-US" altLang="ru-RU" sz="2000"/>
              <a:t>Forms” contains all forms to be used to request changes from EMS.</a:t>
            </a:r>
          </a:p>
          <a:p>
            <a:pPr eaLnBrk="1" hangingPunct="1">
              <a:lnSpc>
                <a:spcPct val="100000"/>
              </a:lnSpc>
              <a:spcAft>
                <a:spcPct val="20000"/>
              </a:spcAft>
            </a:pPr>
            <a:r>
              <a:rPr lang="en-US" altLang="ru-RU" sz="2000"/>
              <a:t>Mail Relay, IP Change and Domain Trust Forms have been created with ASP.Net.</a:t>
            </a:r>
          </a:p>
        </p:txBody>
      </p:sp>
      <p:sp>
        <p:nvSpPr>
          <p:cNvPr id="34820" name="Rectangle 3">
            <a:extLst>
              <a:ext uri="{FF2B5EF4-FFF2-40B4-BE49-F238E27FC236}">
                <a16:creationId xmlns:a16="http://schemas.microsoft.com/office/drawing/2014/main" id="{4066C4A1-ED2A-4783-B8E8-BEA0BB491740}"/>
              </a:ext>
            </a:extLst>
          </p:cNvPr>
          <p:cNvSpPr>
            <a:spLocks noGrp="1" noChangeArrowheads="1"/>
          </p:cNvSpPr>
          <p:nvPr>
            <p:ph type="title"/>
          </p:nvPr>
        </p:nvSpPr>
        <p:spPr/>
        <p:txBody>
          <a:bodyPr/>
          <a:lstStyle/>
          <a:p>
            <a:pPr eaLnBrk="1" hangingPunct="1"/>
            <a:r>
              <a:rPr lang="en-US" altLang="ru-RU"/>
              <a:t>Forms</a:t>
            </a:r>
          </a:p>
        </p:txBody>
      </p:sp>
    </p:spTree>
  </p:cSld>
  <p:clrMapOvr>
    <a:masterClrMapping/>
  </p:clrMapOvr>
  <p:transition>
    <p:randomBa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366652C5-91F8-49C9-9E7B-79A4190400D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06CACD7-0C24-4355-B362-E69FB2537557}" type="slidenum">
              <a:rPr lang="en-US" altLang="ru-RU" sz="800">
                <a:solidFill>
                  <a:srgbClr val="B2B2B2"/>
                </a:solidFill>
                <a:latin typeface="Arial" panose="020B0604020202020204" pitchFamily="34" charset="0"/>
              </a:rPr>
              <a:pPr/>
              <a:t>33</a:t>
            </a:fld>
            <a:endParaRPr lang="en-US" altLang="ru-RU" sz="800">
              <a:solidFill>
                <a:srgbClr val="B2B2B2"/>
              </a:solidFill>
              <a:latin typeface="Arial" panose="020B0604020202020204" pitchFamily="34" charset="0"/>
            </a:endParaRPr>
          </a:p>
        </p:txBody>
      </p:sp>
      <p:sp>
        <p:nvSpPr>
          <p:cNvPr id="35843" name="Rectangle 2">
            <a:extLst>
              <a:ext uri="{FF2B5EF4-FFF2-40B4-BE49-F238E27FC236}">
                <a16:creationId xmlns:a16="http://schemas.microsoft.com/office/drawing/2014/main" id="{D42292AD-39F4-4EE2-8062-FEFAAE0C8519}"/>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b="1"/>
              <a:t>	“</a:t>
            </a:r>
            <a:r>
              <a:rPr lang="en-US" altLang="ru-RU" sz="2000"/>
              <a:t>Forms” contains all forms to be used to request changes from EMS.</a:t>
            </a:r>
          </a:p>
          <a:p>
            <a:pPr eaLnBrk="1" hangingPunct="1">
              <a:lnSpc>
                <a:spcPct val="100000"/>
              </a:lnSpc>
              <a:spcAft>
                <a:spcPct val="20000"/>
              </a:spcAft>
            </a:pPr>
            <a:r>
              <a:rPr lang="en-US" altLang="ru-RU" sz="2000"/>
              <a:t>Mail Relay, IP Change and Domain Trust Forms have been created with ASP.Net.</a:t>
            </a:r>
          </a:p>
        </p:txBody>
      </p:sp>
      <p:sp>
        <p:nvSpPr>
          <p:cNvPr id="35844" name="Rectangle 3">
            <a:extLst>
              <a:ext uri="{FF2B5EF4-FFF2-40B4-BE49-F238E27FC236}">
                <a16:creationId xmlns:a16="http://schemas.microsoft.com/office/drawing/2014/main" id="{28B125CB-6DDE-4D48-A6DB-84008E37E5DB}"/>
              </a:ext>
            </a:extLst>
          </p:cNvPr>
          <p:cNvSpPr>
            <a:spLocks noGrp="1" noChangeArrowheads="1"/>
          </p:cNvSpPr>
          <p:nvPr>
            <p:ph type="title"/>
          </p:nvPr>
        </p:nvSpPr>
        <p:spPr/>
        <p:txBody>
          <a:bodyPr/>
          <a:lstStyle/>
          <a:p>
            <a:pPr eaLnBrk="1" hangingPunct="1"/>
            <a:r>
              <a:rPr lang="en-US" altLang="ru-RU"/>
              <a:t>Forms</a:t>
            </a:r>
          </a:p>
        </p:txBody>
      </p:sp>
      <p:pic>
        <p:nvPicPr>
          <p:cNvPr id="136197" name="Picture 5" descr="Whats new">
            <a:extLst>
              <a:ext uri="{FF2B5EF4-FFF2-40B4-BE49-F238E27FC236}">
                <a16:creationId xmlns:a16="http://schemas.microsoft.com/office/drawing/2014/main" id="{4D5C0470-77F0-4480-921D-13FB35E74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1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3FAB4AAE-8F05-44F2-994B-084053CDE1F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E245BB0-7039-4C18-B6CC-7F0DB9E105B6}" type="slidenum">
              <a:rPr lang="en-US" altLang="ru-RU" sz="800">
                <a:solidFill>
                  <a:srgbClr val="B2B2B2"/>
                </a:solidFill>
                <a:latin typeface="Arial" panose="020B0604020202020204" pitchFamily="34" charset="0"/>
              </a:rPr>
              <a:pPr/>
              <a:t>34</a:t>
            </a:fld>
            <a:endParaRPr lang="en-US" altLang="ru-RU" sz="800">
              <a:solidFill>
                <a:srgbClr val="B2B2B2"/>
              </a:solidFill>
              <a:latin typeface="Arial" panose="020B0604020202020204" pitchFamily="34" charset="0"/>
            </a:endParaRPr>
          </a:p>
        </p:txBody>
      </p:sp>
      <p:sp>
        <p:nvSpPr>
          <p:cNvPr id="36867" name="Rectangle 2">
            <a:extLst>
              <a:ext uri="{FF2B5EF4-FFF2-40B4-BE49-F238E27FC236}">
                <a16:creationId xmlns:a16="http://schemas.microsoft.com/office/drawing/2014/main" id="{8B6415BB-E3F5-4AEB-88BF-770834E2568B}"/>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Mail Relay Form</a:t>
            </a:r>
            <a:endParaRPr lang="en-US" altLang="ru-RU" sz="2400"/>
          </a:p>
          <a:p>
            <a:pPr eaLnBrk="1" hangingPunct="1">
              <a:buFontTx/>
              <a:buNone/>
            </a:pPr>
            <a:r>
              <a:rPr lang="en-US" altLang="ru-RU" sz="2000"/>
              <a:t>	The Mail Relay form allows a user to request a mail relay opening to an application.  When the form is submitted, an e-mail is sent to the user requesting and Tier III.  The data is also inserted into a SQL database to archive for later reference. </a:t>
            </a:r>
          </a:p>
        </p:txBody>
      </p:sp>
      <p:sp>
        <p:nvSpPr>
          <p:cNvPr id="36868" name="Rectangle 3">
            <a:extLst>
              <a:ext uri="{FF2B5EF4-FFF2-40B4-BE49-F238E27FC236}">
                <a16:creationId xmlns:a16="http://schemas.microsoft.com/office/drawing/2014/main" id="{8B94F837-CD32-46BD-8965-82CE97687ABB}"/>
              </a:ext>
            </a:extLst>
          </p:cNvPr>
          <p:cNvSpPr>
            <a:spLocks noGrp="1" noChangeArrowheads="1"/>
          </p:cNvSpPr>
          <p:nvPr>
            <p:ph type="title"/>
          </p:nvPr>
        </p:nvSpPr>
        <p:spPr/>
        <p:txBody>
          <a:bodyPr/>
          <a:lstStyle/>
          <a:p>
            <a:pPr eaLnBrk="1" hangingPunct="1"/>
            <a:r>
              <a:rPr lang="en-US" altLang="ru-RU"/>
              <a:t>Forms Cont…</a:t>
            </a:r>
          </a:p>
        </p:txBody>
      </p:sp>
    </p:spTree>
  </p:cSld>
  <p:clrMapOvr>
    <a:masterClrMapping/>
  </p:clrMapOvr>
  <p:transition>
    <p:randomBa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15B5DAC5-A761-4597-8E49-4F181770226D}"/>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9983EA8-6813-4443-9072-58EC5E883099}" type="slidenum">
              <a:rPr lang="en-US" altLang="ru-RU" sz="800">
                <a:solidFill>
                  <a:srgbClr val="B2B2B2"/>
                </a:solidFill>
                <a:latin typeface="Arial" panose="020B0604020202020204" pitchFamily="34" charset="0"/>
              </a:rPr>
              <a:pPr/>
              <a:t>35</a:t>
            </a:fld>
            <a:endParaRPr lang="en-US" altLang="ru-RU" sz="800">
              <a:solidFill>
                <a:srgbClr val="B2B2B2"/>
              </a:solidFill>
              <a:latin typeface="Arial" panose="020B0604020202020204" pitchFamily="34" charset="0"/>
            </a:endParaRPr>
          </a:p>
        </p:txBody>
      </p:sp>
      <p:sp>
        <p:nvSpPr>
          <p:cNvPr id="37891" name="Rectangle 2">
            <a:extLst>
              <a:ext uri="{FF2B5EF4-FFF2-40B4-BE49-F238E27FC236}">
                <a16:creationId xmlns:a16="http://schemas.microsoft.com/office/drawing/2014/main" id="{499D8482-E51C-46D5-8FDF-F7EB7A7F50E1}"/>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Mail Relay Form</a:t>
            </a:r>
            <a:endParaRPr lang="en-US" altLang="ru-RU" sz="2400"/>
          </a:p>
          <a:p>
            <a:pPr eaLnBrk="1" hangingPunct="1">
              <a:buFontTx/>
              <a:buNone/>
            </a:pPr>
            <a:r>
              <a:rPr lang="en-US" altLang="ru-RU" sz="2000"/>
              <a:t>	The Mail Relay form allows a user to request a mail relay opening to an application.  When the form is submitted, an e-mail is sent to the user requesting and Tier III.  The data is also inserted into a SQL database to archive for later reference. </a:t>
            </a:r>
          </a:p>
        </p:txBody>
      </p:sp>
      <p:sp>
        <p:nvSpPr>
          <p:cNvPr id="37892" name="Rectangle 3">
            <a:extLst>
              <a:ext uri="{FF2B5EF4-FFF2-40B4-BE49-F238E27FC236}">
                <a16:creationId xmlns:a16="http://schemas.microsoft.com/office/drawing/2014/main" id="{5DCB00F1-A8AB-487F-9253-3C656CCDA635}"/>
              </a:ext>
            </a:extLst>
          </p:cNvPr>
          <p:cNvSpPr>
            <a:spLocks noGrp="1" noChangeArrowheads="1"/>
          </p:cNvSpPr>
          <p:nvPr>
            <p:ph type="title"/>
          </p:nvPr>
        </p:nvSpPr>
        <p:spPr/>
        <p:txBody>
          <a:bodyPr/>
          <a:lstStyle/>
          <a:p>
            <a:pPr eaLnBrk="1" hangingPunct="1"/>
            <a:r>
              <a:rPr lang="en-US" altLang="ru-RU"/>
              <a:t>Forms Cont…</a:t>
            </a:r>
          </a:p>
        </p:txBody>
      </p:sp>
      <p:pic>
        <p:nvPicPr>
          <p:cNvPr id="154628" name="Picture 4" descr="Whats new">
            <a:extLst>
              <a:ext uri="{FF2B5EF4-FFF2-40B4-BE49-F238E27FC236}">
                <a16:creationId xmlns:a16="http://schemas.microsoft.com/office/drawing/2014/main" id="{E5662D94-AA50-4999-904B-0372B20CA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2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4AD398CA-EB62-469D-8207-E4632612457E}"/>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A00DF9E-818F-41D6-B525-8760E5881BE6}" type="slidenum">
              <a:rPr lang="en-US" altLang="ru-RU" sz="800">
                <a:solidFill>
                  <a:srgbClr val="B2B2B2"/>
                </a:solidFill>
                <a:latin typeface="Arial" panose="020B0604020202020204" pitchFamily="34" charset="0"/>
              </a:rPr>
              <a:pPr/>
              <a:t>36</a:t>
            </a:fld>
            <a:endParaRPr lang="en-US" altLang="ru-RU" sz="800">
              <a:solidFill>
                <a:srgbClr val="B2B2B2"/>
              </a:solidFill>
              <a:latin typeface="Arial" panose="020B0604020202020204" pitchFamily="34" charset="0"/>
            </a:endParaRPr>
          </a:p>
        </p:txBody>
      </p:sp>
      <p:sp>
        <p:nvSpPr>
          <p:cNvPr id="38915" name="Rectangle 2">
            <a:extLst>
              <a:ext uri="{FF2B5EF4-FFF2-40B4-BE49-F238E27FC236}">
                <a16:creationId xmlns:a16="http://schemas.microsoft.com/office/drawing/2014/main" id="{6F4F4D17-3503-4CC2-8C6E-BD1834D6F220}"/>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IP Change Form</a:t>
            </a:r>
            <a:endParaRPr lang="en-US" altLang="ru-RU" sz="2400"/>
          </a:p>
          <a:p>
            <a:pPr eaLnBrk="1" hangingPunct="1">
              <a:buFontTx/>
              <a:buNone/>
            </a:pPr>
            <a:r>
              <a:rPr lang="en-US" altLang="ru-RU" sz="2000"/>
              <a:t>	The Server IP Change form allows a remote admin to inform EMS of an upcoming IP Change.  When the form has been completed an e-mail is sent to requesting party and Tier III.  The data is also inserted into a SQL Database for future reference.</a:t>
            </a:r>
          </a:p>
        </p:txBody>
      </p:sp>
      <p:sp>
        <p:nvSpPr>
          <p:cNvPr id="38916" name="Rectangle 3">
            <a:extLst>
              <a:ext uri="{FF2B5EF4-FFF2-40B4-BE49-F238E27FC236}">
                <a16:creationId xmlns:a16="http://schemas.microsoft.com/office/drawing/2014/main" id="{74A1D956-EDBD-408D-B939-A9392559297A}"/>
              </a:ext>
            </a:extLst>
          </p:cNvPr>
          <p:cNvSpPr>
            <a:spLocks noGrp="1" noChangeArrowheads="1"/>
          </p:cNvSpPr>
          <p:nvPr>
            <p:ph type="title"/>
          </p:nvPr>
        </p:nvSpPr>
        <p:spPr/>
        <p:txBody>
          <a:bodyPr/>
          <a:lstStyle/>
          <a:p>
            <a:pPr eaLnBrk="1" hangingPunct="1"/>
            <a:r>
              <a:rPr lang="en-US" altLang="ru-RU"/>
              <a:t>Forms Cont…</a:t>
            </a:r>
          </a:p>
        </p:txBody>
      </p:sp>
    </p:spTree>
  </p:cSld>
  <p:clrMapOvr>
    <a:masterClrMapping/>
  </p:clrMapOvr>
  <p:transition>
    <p:randomBa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D186883C-A261-4495-BE19-4FFE7CEC7A16}"/>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F8E49011-4252-45AC-A4C0-94C150F2C029}" type="slidenum">
              <a:rPr lang="en-US" altLang="ru-RU" sz="800">
                <a:solidFill>
                  <a:srgbClr val="B2B2B2"/>
                </a:solidFill>
                <a:latin typeface="Arial" panose="020B0604020202020204" pitchFamily="34" charset="0"/>
              </a:rPr>
              <a:pPr/>
              <a:t>37</a:t>
            </a:fld>
            <a:endParaRPr lang="en-US" altLang="ru-RU" sz="800">
              <a:solidFill>
                <a:srgbClr val="B2B2B2"/>
              </a:solidFill>
              <a:latin typeface="Arial" panose="020B0604020202020204" pitchFamily="34" charset="0"/>
            </a:endParaRPr>
          </a:p>
        </p:txBody>
      </p:sp>
      <p:sp>
        <p:nvSpPr>
          <p:cNvPr id="39939" name="Rectangle 2">
            <a:extLst>
              <a:ext uri="{FF2B5EF4-FFF2-40B4-BE49-F238E27FC236}">
                <a16:creationId xmlns:a16="http://schemas.microsoft.com/office/drawing/2014/main" id="{E3BD9D08-03D0-46A3-AE54-795A1F4058CF}"/>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IP Change Form</a:t>
            </a:r>
            <a:endParaRPr lang="en-US" altLang="ru-RU" sz="2400"/>
          </a:p>
          <a:p>
            <a:pPr eaLnBrk="1" hangingPunct="1">
              <a:buFontTx/>
              <a:buNone/>
            </a:pPr>
            <a:r>
              <a:rPr lang="en-US" altLang="ru-RU" sz="2000"/>
              <a:t>	The Server IP Change form allows a remote admin to inform EMS of an upcoming IP Change.  When the form has been completed an e-mail is sent to requesting party and Tier III.  The data is also inserted into a SQL Database for future reference.</a:t>
            </a:r>
          </a:p>
        </p:txBody>
      </p:sp>
      <p:sp>
        <p:nvSpPr>
          <p:cNvPr id="39940" name="Rectangle 3">
            <a:extLst>
              <a:ext uri="{FF2B5EF4-FFF2-40B4-BE49-F238E27FC236}">
                <a16:creationId xmlns:a16="http://schemas.microsoft.com/office/drawing/2014/main" id="{983FD3A2-7BE0-459D-8E68-0F0901CF05DB}"/>
              </a:ext>
            </a:extLst>
          </p:cNvPr>
          <p:cNvSpPr>
            <a:spLocks noGrp="1" noChangeArrowheads="1"/>
          </p:cNvSpPr>
          <p:nvPr>
            <p:ph type="title"/>
          </p:nvPr>
        </p:nvSpPr>
        <p:spPr/>
        <p:txBody>
          <a:bodyPr/>
          <a:lstStyle/>
          <a:p>
            <a:pPr eaLnBrk="1" hangingPunct="1"/>
            <a:r>
              <a:rPr lang="en-US" altLang="ru-RU"/>
              <a:t>Forms Cont…</a:t>
            </a:r>
          </a:p>
        </p:txBody>
      </p:sp>
      <p:pic>
        <p:nvPicPr>
          <p:cNvPr id="156676" name="Picture 4" descr="Whats new">
            <a:extLst>
              <a:ext uri="{FF2B5EF4-FFF2-40B4-BE49-F238E27FC236}">
                <a16:creationId xmlns:a16="http://schemas.microsoft.com/office/drawing/2014/main" id="{5B2C97BA-2822-480C-8C21-A02532869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6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F06794BD-37EE-473F-B874-863BE74CAA3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1B70B67-DDE0-4A33-A5E7-B32E44A06B5F}" type="slidenum">
              <a:rPr lang="en-US" altLang="ru-RU" sz="800">
                <a:solidFill>
                  <a:srgbClr val="B2B2B2"/>
                </a:solidFill>
                <a:latin typeface="Arial" panose="020B0604020202020204" pitchFamily="34" charset="0"/>
              </a:rPr>
              <a:pPr/>
              <a:t>38</a:t>
            </a:fld>
            <a:endParaRPr lang="en-US" altLang="ru-RU" sz="800">
              <a:solidFill>
                <a:srgbClr val="B2B2B2"/>
              </a:solidFill>
              <a:latin typeface="Arial" panose="020B0604020202020204" pitchFamily="34" charset="0"/>
            </a:endParaRPr>
          </a:p>
        </p:txBody>
      </p:sp>
      <p:sp>
        <p:nvSpPr>
          <p:cNvPr id="40963" name="Rectangle 2">
            <a:extLst>
              <a:ext uri="{FF2B5EF4-FFF2-40B4-BE49-F238E27FC236}">
                <a16:creationId xmlns:a16="http://schemas.microsoft.com/office/drawing/2014/main" id="{29E03C6B-85A8-40BA-AEFE-24448DFE0505}"/>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Domain Trust Form</a:t>
            </a:r>
            <a:endParaRPr lang="en-US" altLang="ru-RU" sz="2400"/>
          </a:p>
          <a:p>
            <a:pPr eaLnBrk="1" hangingPunct="1">
              <a:buFontTx/>
              <a:buNone/>
            </a:pPr>
            <a:r>
              <a:rPr lang="en-US" altLang="ru-RU" sz="2000"/>
              <a:t>	Domain Trust request allows a remote admin to request a trust with CAHAPPS.net.  When the form has been completed an e-mail is sent to the requesting party and Tier III.  This information is also inserted into a SQL database for future reference.</a:t>
            </a:r>
          </a:p>
        </p:txBody>
      </p:sp>
      <p:sp>
        <p:nvSpPr>
          <p:cNvPr id="40964" name="Rectangle 3">
            <a:extLst>
              <a:ext uri="{FF2B5EF4-FFF2-40B4-BE49-F238E27FC236}">
                <a16:creationId xmlns:a16="http://schemas.microsoft.com/office/drawing/2014/main" id="{E624D092-4BE3-49B4-BFD7-3538E682A907}"/>
              </a:ext>
            </a:extLst>
          </p:cNvPr>
          <p:cNvSpPr>
            <a:spLocks noGrp="1" noChangeArrowheads="1"/>
          </p:cNvSpPr>
          <p:nvPr>
            <p:ph type="title"/>
          </p:nvPr>
        </p:nvSpPr>
        <p:spPr/>
        <p:txBody>
          <a:bodyPr/>
          <a:lstStyle/>
          <a:p>
            <a:pPr eaLnBrk="1" hangingPunct="1"/>
            <a:r>
              <a:rPr lang="en-US" altLang="ru-RU"/>
              <a:t>Forms Cont…</a:t>
            </a:r>
          </a:p>
        </p:txBody>
      </p:sp>
    </p:spTree>
  </p:cSld>
  <p:clrMapOvr>
    <a:masterClrMapping/>
  </p:clrMapOvr>
  <p:transition>
    <p:randomBa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EEFD7EC-BF2B-4F47-80F2-F38789274E9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32BEF8-C122-4310-87BD-E188E0DBD65E}" type="slidenum">
              <a:rPr lang="en-US" altLang="ru-RU" sz="800">
                <a:solidFill>
                  <a:srgbClr val="B2B2B2"/>
                </a:solidFill>
                <a:latin typeface="Arial" panose="020B0604020202020204" pitchFamily="34" charset="0"/>
              </a:rPr>
              <a:pPr/>
              <a:t>39</a:t>
            </a:fld>
            <a:endParaRPr lang="en-US" altLang="ru-RU" sz="800">
              <a:solidFill>
                <a:srgbClr val="B2B2B2"/>
              </a:solidFill>
              <a:latin typeface="Arial" panose="020B0604020202020204" pitchFamily="34" charset="0"/>
            </a:endParaRPr>
          </a:p>
        </p:txBody>
      </p:sp>
      <p:sp>
        <p:nvSpPr>
          <p:cNvPr id="41987" name="Rectangle 2">
            <a:extLst>
              <a:ext uri="{FF2B5EF4-FFF2-40B4-BE49-F238E27FC236}">
                <a16:creationId xmlns:a16="http://schemas.microsoft.com/office/drawing/2014/main" id="{2E6D4EA0-0A96-4BCF-A05B-4DE3F22CC0D0}"/>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Domain Trust Form</a:t>
            </a:r>
            <a:endParaRPr lang="en-US" altLang="ru-RU" sz="2400"/>
          </a:p>
          <a:p>
            <a:pPr eaLnBrk="1" hangingPunct="1">
              <a:buFontTx/>
              <a:buNone/>
            </a:pPr>
            <a:r>
              <a:rPr lang="en-US" altLang="ru-RU" sz="2000"/>
              <a:t>	Domain Trust request allows a remote admin to request a trust with CAHAPPS.net.  When the form has been completed an e-mail is sent to the requesting party and Tier III.  This information is also inserted into a SQL database for future reference.</a:t>
            </a:r>
          </a:p>
        </p:txBody>
      </p:sp>
      <p:sp>
        <p:nvSpPr>
          <p:cNvPr id="41988" name="Rectangle 3">
            <a:extLst>
              <a:ext uri="{FF2B5EF4-FFF2-40B4-BE49-F238E27FC236}">
                <a16:creationId xmlns:a16="http://schemas.microsoft.com/office/drawing/2014/main" id="{75199428-EB5F-4180-9EEE-6B926DBB88ED}"/>
              </a:ext>
            </a:extLst>
          </p:cNvPr>
          <p:cNvSpPr>
            <a:spLocks noGrp="1" noChangeArrowheads="1"/>
          </p:cNvSpPr>
          <p:nvPr>
            <p:ph type="title"/>
          </p:nvPr>
        </p:nvSpPr>
        <p:spPr/>
        <p:txBody>
          <a:bodyPr/>
          <a:lstStyle/>
          <a:p>
            <a:pPr eaLnBrk="1" hangingPunct="1"/>
            <a:r>
              <a:rPr lang="en-US" altLang="ru-RU"/>
              <a:t>Forms Cont…</a:t>
            </a:r>
          </a:p>
        </p:txBody>
      </p:sp>
      <p:pic>
        <p:nvPicPr>
          <p:cNvPr id="158724" name="Picture 4" descr="Whats new">
            <a:extLst>
              <a:ext uri="{FF2B5EF4-FFF2-40B4-BE49-F238E27FC236}">
                <a16:creationId xmlns:a16="http://schemas.microsoft.com/office/drawing/2014/main" id="{FA566560-6D06-4F5E-A5E9-656A6E193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8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9FC383B-A03E-471A-8760-216BB5E64D7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4A524F0-8C13-4E45-866F-63C024E48CCD}" type="slidenum">
              <a:rPr lang="en-US" altLang="ru-RU" sz="800">
                <a:solidFill>
                  <a:srgbClr val="B2B2B2"/>
                </a:solidFill>
                <a:latin typeface="Arial" panose="020B0604020202020204" pitchFamily="34" charset="0"/>
              </a:rPr>
              <a:pPr/>
              <a:t>40</a:t>
            </a:fld>
            <a:endParaRPr lang="en-US" altLang="ru-RU" sz="800">
              <a:solidFill>
                <a:srgbClr val="B2B2B2"/>
              </a:solidFill>
              <a:latin typeface="Arial" panose="020B0604020202020204" pitchFamily="34" charset="0"/>
            </a:endParaRPr>
          </a:p>
        </p:txBody>
      </p:sp>
      <p:sp>
        <p:nvSpPr>
          <p:cNvPr id="43011" name="Rectangle 2">
            <a:extLst>
              <a:ext uri="{FF2B5EF4-FFF2-40B4-BE49-F238E27FC236}">
                <a16:creationId xmlns:a16="http://schemas.microsoft.com/office/drawing/2014/main" id="{B7A20523-3C94-4686-9874-019F061DFBEB}"/>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Future Forms</a:t>
            </a:r>
            <a:endParaRPr lang="en-US" altLang="ru-RU" sz="2400"/>
          </a:p>
          <a:p>
            <a:pPr eaLnBrk="1" hangingPunct="1"/>
            <a:r>
              <a:rPr lang="en-US" altLang="ru-RU" sz="2000"/>
              <a:t>Application Integration Initiation Request Form</a:t>
            </a:r>
          </a:p>
          <a:p>
            <a:pPr lvl="1" eaLnBrk="1" hangingPunct="1"/>
            <a:r>
              <a:rPr lang="en-US" altLang="ru-RU" sz="1800"/>
              <a:t>Form to be used to create a process for EMS to approve applications before they are integrated into our system.</a:t>
            </a:r>
          </a:p>
        </p:txBody>
      </p:sp>
      <p:sp>
        <p:nvSpPr>
          <p:cNvPr id="43012" name="Rectangle 3">
            <a:extLst>
              <a:ext uri="{FF2B5EF4-FFF2-40B4-BE49-F238E27FC236}">
                <a16:creationId xmlns:a16="http://schemas.microsoft.com/office/drawing/2014/main" id="{77BAC68A-D6AD-4E42-87DD-4A55C81378A7}"/>
              </a:ext>
            </a:extLst>
          </p:cNvPr>
          <p:cNvSpPr>
            <a:spLocks noGrp="1" noChangeArrowheads="1"/>
          </p:cNvSpPr>
          <p:nvPr>
            <p:ph type="title"/>
          </p:nvPr>
        </p:nvSpPr>
        <p:spPr/>
        <p:txBody>
          <a:bodyPr/>
          <a:lstStyle/>
          <a:p>
            <a:pPr eaLnBrk="1" hangingPunct="1"/>
            <a:r>
              <a:rPr lang="en-US" altLang="ru-RU"/>
              <a:t>Forms Cont…</a:t>
            </a:r>
          </a:p>
        </p:txBody>
      </p:sp>
    </p:spTree>
  </p:cSld>
  <p:clrMapOvr>
    <a:masterClrMapping/>
  </p:clrMapOvr>
  <p:transition>
    <p:randomBa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672B72CA-A621-4130-81D1-A2456F7A9B89}"/>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AE6FAB3-3228-478D-9065-501027E8F889}" type="slidenum">
              <a:rPr lang="en-US" altLang="ru-RU" sz="800">
                <a:solidFill>
                  <a:srgbClr val="B2B2B2"/>
                </a:solidFill>
                <a:latin typeface="Arial" panose="020B0604020202020204" pitchFamily="34" charset="0"/>
              </a:rPr>
              <a:pPr/>
              <a:t>41</a:t>
            </a:fld>
            <a:endParaRPr lang="en-US" altLang="ru-RU" sz="800">
              <a:solidFill>
                <a:srgbClr val="B2B2B2"/>
              </a:solidFill>
              <a:latin typeface="Arial" panose="020B0604020202020204" pitchFamily="34" charset="0"/>
            </a:endParaRPr>
          </a:p>
        </p:txBody>
      </p:sp>
      <p:sp>
        <p:nvSpPr>
          <p:cNvPr id="44035" name="Rectangle 2">
            <a:extLst>
              <a:ext uri="{FF2B5EF4-FFF2-40B4-BE49-F238E27FC236}">
                <a16:creationId xmlns:a16="http://schemas.microsoft.com/office/drawing/2014/main" id="{73A52948-79F1-4E16-8CC1-6797C0565C2A}"/>
              </a:ext>
            </a:extLst>
          </p:cNvPr>
          <p:cNvSpPr>
            <a:spLocks noGrp="1" noChangeArrowheads="1"/>
          </p:cNvSpPr>
          <p:nvPr>
            <p:ph type="body" idx="1"/>
          </p:nvPr>
        </p:nvSpPr>
        <p:spPr/>
        <p:txBody>
          <a:bodyPr/>
          <a:lstStyle/>
          <a:p>
            <a:pPr eaLnBrk="1" hangingPunct="1">
              <a:buFontTx/>
              <a:buNone/>
            </a:pPr>
            <a:r>
              <a:rPr lang="en-US" altLang="ru-RU" sz="2000"/>
              <a:t>	Wireless E-Mail provides information about all the different BlackBerry models available.  Each model contains a link with a page holding downloads for the device.  This page also acts as a gateway to the Device selection tool.</a:t>
            </a:r>
          </a:p>
        </p:txBody>
      </p:sp>
      <p:sp>
        <p:nvSpPr>
          <p:cNvPr id="44036" name="Rectangle 3">
            <a:extLst>
              <a:ext uri="{FF2B5EF4-FFF2-40B4-BE49-F238E27FC236}">
                <a16:creationId xmlns:a16="http://schemas.microsoft.com/office/drawing/2014/main" id="{6BC57728-382F-403D-AB0F-A32998337B0E}"/>
              </a:ext>
            </a:extLst>
          </p:cNvPr>
          <p:cNvSpPr>
            <a:spLocks noGrp="1" noChangeArrowheads="1"/>
          </p:cNvSpPr>
          <p:nvPr>
            <p:ph type="title"/>
          </p:nvPr>
        </p:nvSpPr>
        <p:spPr/>
        <p:txBody>
          <a:bodyPr/>
          <a:lstStyle/>
          <a:p>
            <a:pPr eaLnBrk="1" hangingPunct="1"/>
            <a:r>
              <a:rPr lang="en-US" altLang="ru-RU"/>
              <a:t>Wireless E-Mail</a:t>
            </a:r>
          </a:p>
        </p:txBody>
      </p:sp>
    </p:spTree>
  </p:cSld>
  <p:clrMapOvr>
    <a:masterClrMapping/>
  </p:clrMapOvr>
  <p:transition>
    <p:randomBa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BD8BAAA8-CAE1-43CF-BE20-D3C21FB44DE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4CC01C5C-FB57-4C02-BDFA-3945090E3058}" type="slidenum">
              <a:rPr lang="en-US" altLang="ru-RU" sz="800">
                <a:solidFill>
                  <a:srgbClr val="B2B2B2"/>
                </a:solidFill>
                <a:latin typeface="Arial" panose="020B0604020202020204" pitchFamily="34" charset="0"/>
              </a:rPr>
              <a:pPr/>
              <a:t>42</a:t>
            </a:fld>
            <a:endParaRPr lang="en-US" altLang="ru-RU" sz="800">
              <a:solidFill>
                <a:srgbClr val="B2B2B2"/>
              </a:solidFill>
              <a:latin typeface="Arial" panose="020B0604020202020204" pitchFamily="34" charset="0"/>
            </a:endParaRPr>
          </a:p>
        </p:txBody>
      </p:sp>
      <p:sp>
        <p:nvSpPr>
          <p:cNvPr id="45059" name="Rectangle 2">
            <a:extLst>
              <a:ext uri="{FF2B5EF4-FFF2-40B4-BE49-F238E27FC236}">
                <a16:creationId xmlns:a16="http://schemas.microsoft.com/office/drawing/2014/main" id="{121B981B-7E86-4EFF-9561-E1D48404E4B0}"/>
              </a:ext>
            </a:extLst>
          </p:cNvPr>
          <p:cNvSpPr>
            <a:spLocks noGrp="1" noChangeArrowheads="1"/>
          </p:cNvSpPr>
          <p:nvPr>
            <p:ph type="body" idx="1"/>
          </p:nvPr>
        </p:nvSpPr>
        <p:spPr/>
        <p:txBody>
          <a:bodyPr/>
          <a:lstStyle/>
          <a:p>
            <a:pPr eaLnBrk="1" hangingPunct="1">
              <a:buFontTx/>
              <a:buNone/>
            </a:pPr>
            <a:r>
              <a:rPr lang="en-US" altLang="ru-RU" sz="2000"/>
              <a:t>	Wireless E-Mail provides information about all the different BlackBerry models available.  Each model contains a link with a page holding downloads for the device.  This page also acts as a gateway to the Device selection tool.</a:t>
            </a:r>
          </a:p>
        </p:txBody>
      </p:sp>
      <p:sp>
        <p:nvSpPr>
          <p:cNvPr id="45060" name="Rectangle 3">
            <a:extLst>
              <a:ext uri="{FF2B5EF4-FFF2-40B4-BE49-F238E27FC236}">
                <a16:creationId xmlns:a16="http://schemas.microsoft.com/office/drawing/2014/main" id="{AE5CB366-9091-43F7-86EC-BDFBC36CEE66}"/>
              </a:ext>
            </a:extLst>
          </p:cNvPr>
          <p:cNvSpPr>
            <a:spLocks noGrp="1" noChangeArrowheads="1"/>
          </p:cNvSpPr>
          <p:nvPr>
            <p:ph type="title"/>
          </p:nvPr>
        </p:nvSpPr>
        <p:spPr/>
        <p:txBody>
          <a:bodyPr/>
          <a:lstStyle/>
          <a:p>
            <a:pPr eaLnBrk="1" hangingPunct="1"/>
            <a:r>
              <a:rPr lang="en-US" altLang="ru-RU"/>
              <a:t>Wireless E-Mail</a:t>
            </a:r>
          </a:p>
        </p:txBody>
      </p:sp>
      <p:pic>
        <p:nvPicPr>
          <p:cNvPr id="160774" name="Picture 6" descr="Whats new">
            <a:extLst>
              <a:ext uri="{FF2B5EF4-FFF2-40B4-BE49-F238E27FC236}">
                <a16:creationId xmlns:a16="http://schemas.microsoft.com/office/drawing/2014/main" id="{2CE58F90-8A4F-41CD-A26E-AAB4EFB161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0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4DBC9FF8-1312-4349-9138-5FBA953A765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BD5C0F0-AC20-4E63-A652-57F4A5CC5260}" type="slidenum">
              <a:rPr lang="en-US" altLang="ru-RU" sz="800">
                <a:solidFill>
                  <a:srgbClr val="B2B2B2"/>
                </a:solidFill>
                <a:latin typeface="Arial" panose="020B0604020202020204" pitchFamily="34" charset="0"/>
              </a:rPr>
              <a:pPr/>
              <a:t>43</a:t>
            </a:fld>
            <a:endParaRPr lang="en-US" altLang="ru-RU" sz="800">
              <a:solidFill>
                <a:srgbClr val="B2B2B2"/>
              </a:solidFill>
              <a:latin typeface="Arial" panose="020B0604020202020204" pitchFamily="34" charset="0"/>
            </a:endParaRPr>
          </a:p>
        </p:txBody>
      </p:sp>
      <p:sp>
        <p:nvSpPr>
          <p:cNvPr id="46083" name="Rectangle 2">
            <a:extLst>
              <a:ext uri="{FF2B5EF4-FFF2-40B4-BE49-F238E27FC236}">
                <a16:creationId xmlns:a16="http://schemas.microsoft.com/office/drawing/2014/main" id="{964FAD69-DB9E-4568-BC44-EC947ADCACBE}"/>
              </a:ext>
            </a:extLst>
          </p:cNvPr>
          <p:cNvSpPr>
            <a:spLocks noGrp="1" noChangeArrowheads="1"/>
          </p:cNvSpPr>
          <p:nvPr>
            <p:ph type="body" idx="1"/>
          </p:nvPr>
        </p:nvSpPr>
        <p:spPr/>
        <p:txBody>
          <a:bodyPr/>
          <a:lstStyle/>
          <a:p>
            <a:pPr eaLnBrk="1" hangingPunct="1">
              <a:buFontTx/>
              <a:buNone/>
            </a:pPr>
            <a:r>
              <a:rPr lang="en-US" altLang="ru-RU" sz="2000"/>
              <a:t>	Wireless E-Mail provides information about all the different BlackBerry models available.  Each model contains a link with a page holding downloads for the device.  This page also acts as a gateway to the Device selection tool.</a:t>
            </a:r>
          </a:p>
        </p:txBody>
      </p:sp>
      <p:sp>
        <p:nvSpPr>
          <p:cNvPr id="46084" name="Rectangle 3">
            <a:extLst>
              <a:ext uri="{FF2B5EF4-FFF2-40B4-BE49-F238E27FC236}">
                <a16:creationId xmlns:a16="http://schemas.microsoft.com/office/drawing/2014/main" id="{2068CDC7-F7F5-4CF0-B331-B60D0012BF0D}"/>
              </a:ext>
            </a:extLst>
          </p:cNvPr>
          <p:cNvSpPr>
            <a:spLocks noGrp="1" noChangeArrowheads="1"/>
          </p:cNvSpPr>
          <p:nvPr>
            <p:ph type="title"/>
          </p:nvPr>
        </p:nvSpPr>
        <p:spPr/>
        <p:txBody>
          <a:bodyPr/>
          <a:lstStyle/>
          <a:p>
            <a:pPr eaLnBrk="1" hangingPunct="1"/>
            <a:r>
              <a:rPr lang="en-US" altLang="ru-RU"/>
              <a:t>Wireless E-Mail</a:t>
            </a:r>
          </a:p>
        </p:txBody>
      </p:sp>
      <p:pic>
        <p:nvPicPr>
          <p:cNvPr id="160774" name="Picture 6" descr="Whats new">
            <a:extLst>
              <a:ext uri="{FF2B5EF4-FFF2-40B4-BE49-F238E27FC236}">
                <a16:creationId xmlns:a16="http://schemas.microsoft.com/office/drawing/2014/main" id="{3D4303EA-ABE9-4F68-9F74-2DA3F0553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775" name="Picture 7" descr="Whats new">
            <a:extLst>
              <a:ext uri="{FF2B5EF4-FFF2-40B4-BE49-F238E27FC236}">
                <a16:creationId xmlns:a16="http://schemas.microsoft.com/office/drawing/2014/main" id="{9B8FA57A-19C5-4DF7-AD26-B7232FB221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07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0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38A079D5-D11D-40C2-B6A2-DB4F18C6E9B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4154958-5182-4BCA-8419-971AF1890311}" type="slidenum">
              <a:rPr lang="en-US" altLang="ru-RU" sz="800">
                <a:solidFill>
                  <a:srgbClr val="B2B2B2"/>
                </a:solidFill>
                <a:latin typeface="Arial" panose="020B0604020202020204" pitchFamily="34" charset="0"/>
              </a:rPr>
              <a:pPr/>
              <a:t>44</a:t>
            </a:fld>
            <a:endParaRPr lang="en-US" altLang="ru-RU" sz="800">
              <a:solidFill>
                <a:srgbClr val="B2B2B2"/>
              </a:solidFill>
              <a:latin typeface="Arial" panose="020B0604020202020204" pitchFamily="34" charset="0"/>
            </a:endParaRPr>
          </a:p>
        </p:txBody>
      </p:sp>
      <p:sp>
        <p:nvSpPr>
          <p:cNvPr id="47107" name="Rectangle 2">
            <a:extLst>
              <a:ext uri="{FF2B5EF4-FFF2-40B4-BE49-F238E27FC236}">
                <a16:creationId xmlns:a16="http://schemas.microsoft.com/office/drawing/2014/main" id="{199EFB0C-53DD-4CC1-B401-427444A55CF0}"/>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Device Selection Tool</a:t>
            </a:r>
            <a:endParaRPr lang="en-US" altLang="ru-RU" sz="2400"/>
          </a:p>
          <a:p>
            <a:pPr eaLnBrk="1" hangingPunct="1">
              <a:buFontTx/>
              <a:buNone/>
            </a:pPr>
            <a:r>
              <a:rPr lang="en-US" altLang="ru-RU" sz="2000"/>
              <a:t>	The Device selection tool is an ASP.Net page communicating with an Access database located on DUBEMSAPP01.  Any changes made to this Database will appear on the page results.  Database is located: W:\Intranet Site\Wireless\DeviceSelection\Blackberry\db3.mdb</a:t>
            </a:r>
          </a:p>
        </p:txBody>
      </p:sp>
      <p:sp>
        <p:nvSpPr>
          <p:cNvPr id="47108" name="Rectangle 3">
            <a:extLst>
              <a:ext uri="{FF2B5EF4-FFF2-40B4-BE49-F238E27FC236}">
                <a16:creationId xmlns:a16="http://schemas.microsoft.com/office/drawing/2014/main" id="{65FCC1E7-1F47-4C54-AE88-D9361136B889}"/>
              </a:ext>
            </a:extLst>
          </p:cNvPr>
          <p:cNvSpPr>
            <a:spLocks noGrp="1" noChangeArrowheads="1"/>
          </p:cNvSpPr>
          <p:nvPr>
            <p:ph type="title"/>
          </p:nvPr>
        </p:nvSpPr>
        <p:spPr/>
        <p:txBody>
          <a:bodyPr/>
          <a:lstStyle/>
          <a:p>
            <a:pPr eaLnBrk="1" hangingPunct="1"/>
            <a:r>
              <a:rPr lang="en-US" altLang="ru-RU"/>
              <a:t>Wireless E-Mail Cont…</a:t>
            </a:r>
          </a:p>
        </p:txBody>
      </p:sp>
    </p:spTree>
  </p:cSld>
  <p:clrMapOvr>
    <a:masterClrMapping/>
  </p:clrMapOvr>
  <p:transition>
    <p:randomBa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50D7460E-9F4E-44BC-ABCF-BFE6856FBD59}"/>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AA26429-9C97-4AB5-B34A-AFD401D6C61B}" type="slidenum">
              <a:rPr lang="en-US" altLang="ru-RU" sz="800">
                <a:solidFill>
                  <a:srgbClr val="B2B2B2"/>
                </a:solidFill>
                <a:latin typeface="Arial" panose="020B0604020202020204" pitchFamily="34" charset="0"/>
              </a:rPr>
              <a:pPr/>
              <a:t>45</a:t>
            </a:fld>
            <a:endParaRPr lang="en-US" altLang="ru-RU" sz="800">
              <a:solidFill>
                <a:srgbClr val="B2B2B2"/>
              </a:solidFill>
              <a:latin typeface="Arial" panose="020B0604020202020204" pitchFamily="34" charset="0"/>
            </a:endParaRPr>
          </a:p>
        </p:txBody>
      </p:sp>
      <p:sp>
        <p:nvSpPr>
          <p:cNvPr id="48131" name="Rectangle 2">
            <a:extLst>
              <a:ext uri="{FF2B5EF4-FFF2-40B4-BE49-F238E27FC236}">
                <a16:creationId xmlns:a16="http://schemas.microsoft.com/office/drawing/2014/main" id="{5548E4C4-3DF7-4E8A-8F97-2C845AB2145D}"/>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Device Selection Tool</a:t>
            </a:r>
            <a:endParaRPr lang="en-US" altLang="ru-RU" sz="2400"/>
          </a:p>
          <a:p>
            <a:pPr eaLnBrk="1" hangingPunct="1">
              <a:buFontTx/>
              <a:buNone/>
            </a:pPr>
            <a:r>
              <a:rPr lang="en-US" altLang="ru-RU" sz="2000"/>
              <a:t>	The Device selection tool is an ASP.Net page communicating with an Access database located on DUBEMSAPP01.  Any changes made to this Database will appear on the page results.  Database is located: W:\Intranet Site\Wireless\DeviceSelection\Blackberry\db3.mdb</a:t>
            </a:r>
          </a:p>
        </p:txBody>
      </p:sp>
      <p:sp>
        <p:nvSpPr>
          <p:cNvPr id="48132" name="Rectangle 3">
            <a:extLst>
              <a:ext uri="{FF2B5EF4-FFF2-40B4-BE49-F238E27FC236}">
                <a16:creationId xmlns:a16="http://schemas.microsoft.com/office/drawing/2014/main" id="{EE948107-7E6B-4889-904A-06BC418473B7}"/>
              </a:ext>
            </a:extLst>
          </p:cNvPr>
          <p:cNvSpPr>
            <a:spLocks noGrp="1" noChangeArrowheads="1"/>
          </p:cNvSpPr>
          <p:nvPr>
            <p:ph type="title"/>
          </p:nvPr>
        </p:nvSpPr>
        <p:spPr/>
        <p:txBody>
          <a:bodyPr/>
          <a:lstStyle/>
          <a:p>
            <a:pPr eaLnBrk="1" hangingPunct="1"/>
            <a:r>
              <a:rPr lang="en-US" altLang="ru-RU"/>
              <a:t>Wireless E-Mail Cont…</a:t>
            </a:r>
          </a:p>
        </p:txBody>
      </p:sp>
      <p:pic>
        <p:nvPicPr>
          <p:cNvPr id="162820" name="Picture 4" descr="Whats new">
            <a:extLst>
              <a:ext uri="{FF2B5EF4-FFF2-40B4-BE49-F238E27FC236}">
                <a16:creationId xmlns:a16="http://schemas.microsoft.com/office/drawing/2014/main" id="{54024F49-F87D-4347-8253-FFFA5D32F9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2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4CFDE425-F5E6-4C2D-BA68-3187BF63611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1960D78-FE49-4C11-A82B-7BDB10329EBE}" type="slidenum">
              <a:rPr lang="en-US" altLang="ru-RU" sz="800">
                <a:solidFill>
                  <a:srgbClr val="B2B2B2"/>
                </a:solidFill>
                <a:latin typeface="Arial" panose="020B0604020202020204" pitchFamily="34" charset="0"/>
              </a:rPr>
              <a:pPr/>
              <a:t>46</a:t>
            </a:fld>
            <a:endParaRPr lang="en-US" altLang="ru-RU" sz="800">
              <a:solidFill>
                <a:srgbClr val="B2B2B2"/>
              </a:solidFill>
              <a:latin typeface="Arial" panose="020B0604020202020204" pitchFamily="34" charset="0"/>
            </a:endParaRPr>
          </a:p>
        </p:txBody>
      </p:sp>
      <p:sp>
        <p:nvSpPr>
          <p:cNvPr id="49155" name="Rectangle 2">
            <a:extLst>
              <a:ext uri="{FF2B5EF4-FFF2-40B4-BE49-F238E27FC236}">
                <a16:creationId xmlns:a16="http://schemas.microsoft.com/office/drawing/2014/main" id="{281EBD59-7798-4383-9F8D-C116833002FC}"/>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Device Selection Tool</a:t>
            </a:r>
            <a:endParaRPr lang="en-US" altLang="ru-RU" sz="2400"/>
          </a:p>
          <a:p>
            <a:pPr eaLnBrk="1" hangingPunct="1">
              <a:buFontTx/>
              <a:buNone/>
            </a:pPr>
            <a:r>
              <a:rPr lang="en-US" altLang="ru-RU" sz="2000"/>
              <a:t>	The Device selection tool is an ASP.Net page communicating with an Access database located on DUBEMSAPP01.  Any changes made to this Database will appear on the page results.  Database is located: W:\Intranet Site\Wireless\DeviceSelection\Blackberry\db3.mdb</a:t>
            </a:r>
          </a:p>
        </p:txBody>
      </p:sp>
      <p:sp>
        <p:nvSpPr>
          <p:cNvPr id="49156" name="Rectangle 3">
            <a:extLst>
              <a:ext uri="{FF2B5EF4-FFF2-40B4-BE49-F238E27FC236}">
                <a16:creationId xmlns:a16="http://schemas.microsoft.com/office/drawing/2014/main" id="{98D2029D-07FD-46A0-9475-08A92E27259B}"/>
              </a:ext>
            </a:extLst>
          </p:cNvPr>
          <p:cNvSpPr>
            <a:spLocks noGrp="1" noChangeArrowheads="1"/>
          </p:cNvSpPr>
          <p:nvPr>
            <p:ph type="title"/>
          </p:nvPr>
        </p:nvSpPr>
        <p:spPr/>
        <p:txBody>
          <a:bodyPr/>
          <a:lstStyle/>
          <a:p>
            <a:pPr eaLnBrk="1" hangingPunct="1"/>
            <a:r>
              <a:rPr lang="en-US" altLang="ru-RU"/>
              <a:t>Wireless E-Mail Cont…</a:t>
            </a:r>
          </a:p>
        </p:txBody>
      </p:sp>
      <p:pic>
        <p:nvPicPr>
          <p:cNvPr id="162820" name="Picture 4" descr="Whats new">
            <a:extLst>
              <a:ext uri="{FF2B5EF4-FFF2-40B4-BE49-F238E27FC236}">
                <a16:creationId xmlns:a16="http://schemas.microsoft.com/office/drawing/2014/main" id="{55FCE8B4-5BD6-4ADB-ABB3-18F6FB1A87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21" name="Picture 5" descr="db">
            <a:extLst>
              <a:ext uri="{FF2B5EF4-FFF2-40B4-BE49-F238E27FC236}">
                <a16:creationId xmlns:a16="http://schemas.microsoft.com/office/drawing/2014/main" id="{E9B1AEB9-FC7C-4450-B61F-ABA203923B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06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28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2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F38EE5BA-4922-4022-B9D0-B33C1DBE9DC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00FDE208-BA7B-485C-A2A3-534858E70C65}" type="slidenum">
              <a:rPr lang="en-US" altLang="ru-RU" sz="800">
                <a:solidFill>
                  <a:srgbClr val="B2B2B2"/>
                </a:solidFill>
                <a:latin typeface="Arial" panose="020B0604020202020204" pitchFamily="34" charset="0"/>
              </a:rPr>
              <a:pPr/>
              <a:t>47</a:t>
            </a:fld>
            <a:endParaRPr lang="en-US" altLang="ru-RU" sz="800">
              <a:solidFill>
                <a:srgbClr val="B2B2B2"/>
              </a:solidFill>
              <a:latin typeface="Arial" panose="020B0604020202020204" pitchFamily="34" charset="0"/>
            </a:endParaRPr>
          </a:p>
        </p:txBody>
      </p:sp>
      <p:sp>
        <p:nvSpPr>
          <p:cNvPr id="50179" name="Rectangle 2">
            <a:extLst>
              <a:ext uri="{FF2B5EF4-FFF2-40B4-BE49-F238E27FC236}">
                <a16:creationId xmlns:a16="http://schemas.microsoft.com/office/drawing/2014/main" id="{4EEC8B1D-9924-428A-9B17-F03461B3DC06}"/>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Exchange Documentation</a:t>
            </a:r>
            <a:endParaRPr lang="en-US" altLang="ru-RU" sz="2400"/>
          </a:p>
          <a:p>
            <a:pPr eaLnBrk="1" hangingPunct="1"/>
            <a:r>
              <a:rPr lang="en-US" altLang="ru-RU" sz="2000"/>
              <a:t>Reporting allows users to view all EMS Weekly reporting statistics.  This page returns all files located in the following folders:</a:t>
            </a:r>
          </a:p>
          <a:p>
            <a:pPr lvl="1" eaLnBrk="1" hangingPunct="1"/>
            <a:r>
              <a:rPr lang="en-US" altLang="ru-RU" sz="2000"/>
              <a:t>D:\File Server\Metrics\BU Metrics</a:t>
            </a:r>
          </a:p>
          <a:p>
            <a:pPr lvl="1" eaLnBrk="1" hangingPunct="1"/>
            <a:r>
              <a:rPr lang="en-US" altLang="ru-RU" sz="2000"/>
              <a:t>D:\File Server\Metrics\Clarify Trends</a:t>
            </a:r>
          </a:p>
          <a:p>
            <a:pPr lvl="1" eaLnBrk="1" hangingPunct="1"/>
            <a:r>
              <a:rPr lang="en-US" altLang="ru-RU" sz="2000"/>
              <a:t>D:\File Server\Metrics\Customer Sat</a:t>
            </a:r>
          </a:p>
          <a:p>
            <a:pPr lvl="1" eaLnBrk="1" hangingPunct="1"/>
            <a:r>
              <a:rPr lang="en-US" altLang="ru-RU" sz="2000"/>
              <a:t>D:\File Server\Metrics\Dashboard</a:t>
            </a:r>
          </a:p>
          <a:p>
            <a:pPr lvl="1" eaLnBrk="1" hangingPunct="1"/>
            <a:r>
              <a:rPr lang="en-US" altLang="ru-RU" sz="2000"/>
              <a:t>D:\File Server\Metrics\Mailbox Manager</a:t>
            </a:r>
          </a:p>
        </p:txBody>
      </p:sp>
      <p:sp>
        <p:nvSpPr>
          <p:cNvPr id="50180" name="Rectangle 3">
            <a:extLst>
              <a:ext uri="{FF2B5EF4-FFF2-40B4-BE49-F238E27FC236}">
                <a16:creationId xmlns:a16="http://schemas.microsoft.com/office/drawing/2014/main" id="{8C923304-4B49-49DF-AF16-D3642FBDE665}"/>
              </a:ext>
            </a:extLst>
          </p:cNvPr>
          <p:cNvSpPr>
            <a:spLocks noGrp="1" noChangeArrowheads="1"/>
          </p:cNvSpPr>
          <p:nvPr>
            <p:ph type="title"/>
          </p:nvPr>
        </p:nvSpPr>
        <p:spPr/>
        <p:txBody>
          <a:bodyPr/>
          <a:lstStyle/>
          <a:p>
            <a:pPr eaLnBrk="1" hangingPunct="1"/>
            <a:r>
              <a:rPr lang="en-US" altLang="ru-RU"/>
              <a:t>Reporting</a:t>
            </a:r>
          </a:p>
        </p:txBody>
      </p:sp>
    </p:spTree>
  </p:cSld>
  <p:clrMapOvr>
    <a:masterClrMapping/>
  </p:clrMapOvr>
  <p:transition>
    <p:randomBa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030F1D96-8E3F-4114-8B96-C20C67D2765B}"/>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9B0DD47-A847-4BC7-840D-C15427635EA8}" type="slidenum">
              <a:rPr lang="en-US" altLang="ru-RU" sz="800">
                <a:solidFill>
                  <a:srgbClr val="B2B2B2"/>
                </a:solidFill>
                <a:latin typeface="Arial" panose="020B0604020202020204" pitchFamily="34" charset="0"/>
              </a:rPr>
              <a:pPr/>
              <a:t>48</a:t>
            </a:fld>
            <a:endParaRPr lang="en-US" altLang="ru-RU" sz="800">
              <a:solidFill>
                <a:srgbClr val="B2B2B2"/>
              </a:solidFill>
              <a:latin typeface="Arial" panose="020B0604020202020204" pitchFamily="34" charset="0"/>
            </a:endParaRPr>
          </a:p>
        </p:txBody>
      </p:sp>
      <p:sp>
        <p:nvSpPr>
          <p:cNvPr id="51203" name="Rectangle 2">
            <a:extLst>
              <a:ext uri="{FF2B5EF4-FFF2-40B4-BE49-F238E27FC236}">
                <a16:creationId xmlns:a16="http://schemas.microsoft.com/office/drawing/2014/main" id="{BCAEB88A-9467-4236-A95A-F0691AC2AD83}"/>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Exchange Documentation</a:t>
            </a:r>
            <a:endParaRPr lang="en-US" altLang="ru-RU" sz="2400"/>
          </a:p>
          <a:p>
            <a:pPr eaLnBrk="1" hangingPunct="1"/>
            <a:r>
              <a:rPr lang="en-US" altLang="ru-RU" sz="2000"/>
              <a:t>Reporting allows users to view all EMS Weekly reporting statistics.  This page returns all files located in the following folders:</a:t>
            </a:r>
          </a:p>
          <a:p>
            <a:pPr lvl="1" eaLnBrk="1" hangingPunct="1"/>
            <a:r>
              <a:rPr lang="en-US" altLang="ru-RU" sz="2000"/>
              <a:t>D:\File Server\Metrics\BU Metrics</a:t>
            </a:r>
          </a:p>
          <a:p>
            <a:pPr lvl="1" eaLnBrk="1" hangingPunct="1"/>
            <a:r>
              <a:rPr lang="en-US" altLang="ru-RU" sz="2000"/>
              <a:t>D:\File Server\Metrics\Clarify Trends</a:t>
            </a:r>
          </a:p>
          <a:p>
            <a:pPr lvl="1" eaLnBrk="1" hangingPunct="1"/>
            <a:r>
              <a:rPr lang="en-US" altLang="ru-RU" sz="2000"/>
              <a:t>D:\File Server\Metrics\Customer Sat</a:t>
            </a:r>
          </a:p>
          <a:p>
            <a:pPr lvl="1" eaLnBrk="1" hangingPunct="1"/>
            <a:r>
              <a:rPr lang="en-US" altLang="ru-RU" sz="2000"/>
              <a:t>D:\File Server\Metrics\Dashboard</a:t>
            </a:r>
          </a:p>
          <a:p>
            <a:pPr lvl="1" eaLnBrk="1" hangingPunct="1"/>
            <a:r>
              <a:rPr lang="en-US" altLang="ru-RU" sz="2000"/>
              <a:t>D:\File Server\Metrics\Mailbox Manager</a:t>
            </a:r>
          </a:p>
        </p:txBody>
      </p:sp>
      <p:sp>
        <p:nvSpPr>
          <p:cNvPr id="51204" name="Rectangle 3">
            <a:extLst>
              <a:ext uri="{FF2B5EF4-FFF2-40B4-BE49-F238E27FC236}">
                <a16:creationId xmlns:a16="http://schemas.microsoft.com/office/drawing/2014/main" id="{3C8E8E32-5015-4D86-8838-BA9BCC1C3338}"/>
              </a:ext>
            </a:extLst>
          </p:cNvPr>
          <p:cNvSpPr>
            <a:spLocks noGrp="1" noChangeArrowheads="1"/>
          </p:cNvSpPr>
          <p:nvPr>
            <p:ph type="title"/>
          </p:nvPr>
        </p:nvSpPr>
        <p:spPr/>
        <p:txBody>
          <a:bodyPr/>
          <a:lstStyle/>
          <a:p>
            <a:pPr eaLnBrk="1" hangingPunct="1"/>
            <a:r>
              <a:rPr lang="en-US" altLang="ru-RU"/>
              <a:t>Reporting</a:t>
            </a:r>
          </a:p>
        </p:txBody>
      </p:sp>
      <p:pic>
        <p:nvPicPr>
          <p:cNvPr id="164868" name="Picture 4" descr="Whats new">
            <a:extLst>
              <a:ext uri="{FF2B5EF4-FFF2-40B4-BE49-F238E27FC236}">
                <a16:creationId xmlns:a16="http://schemas.microsoft.com/office/drawing/2014/main" id="{01ED9ACD-DB07-444C-A720-BAE0C5D6B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4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9ED559BB-FBB3-4B8B-BCE1-CD664F84111E}"/>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D49641A-675B-476D-A57F-9C3AEDBB9C75}" type="slidenum">
              <a:rPr lang="en-US" altLang="ru-RU" sz="800">
                <a:solidFill>
                  <a:srgbClr val="B2B2B2"/>
                </a:solidFill>
                <a:latin typeface="Arial" panose="020B0604020202020204" pitchFamily="34" charset="0"/>
              </a:rPr>
              <a:pPr/>
              <a:t>49</a:t>
            </a:fld>
            <a:endParaRPr lang="en-US" altLang="ru-RU" sz="800">
              <a:solidFill>
                <a:srgbClr val="B2B2B2"/>
              </a:solidFill>
              <a:latin typeface="Arial" panose="020B0604020202020204" pitchFamily="34" charset="0"/>
            </a:endParaRPr>
          </a:p>
        </p:txBody>
      </p:sp>
      <p:sp>
        <p:nvSpPr>
          <p:cNvPr id="52227" name="Rectangle 2">
            <a:extLst>
              <a:ext uri="{FF2B5EF4-FFF2-40B4-BE49-F238E27FC236}">
                <a16:creationId xmlns:a16="http://schemas.microsoft.com/office/drawing/2014/main" id="{45FA3624-D27F-4C1D-BCF3-A9077371DBFF}"/>
              </a:ext>
            </a:extLst>
          </p:cNvPr>
          <p:cNvSpPr>
            <a:spLocks noGrp="1" noChangeArrowheads="1"/>
          </p:cNvSpPr>
          <p:nvPr>
            <p:ph type="body" idx="1"/>
          </p:nvPr>
        </p:nvSpPr>
        <p:spPr/>
        <p:txBody>
          <a:bodyPr/>
          <a:lstStyle/>
          <a:p>
            <a:pPr eaLnBrk="1" hangingPunct="1">
              <a:buFontTx/>
              <a:buNone/>
            </a:pPr>
            <a:r>
              <a:rPr lang="en-US" altLang="ru-RU" sz="2000"/>
              <a:t>	Virus/spam acts as a gateway to the Anti-Virus and Anti-spam pages.</a:t>
            </a:r>
          </a:p>
        </p:txBody>
      </p:sp>
      <p:sp>
        <p:nvSpPr>
          <p:cNvPr id="52228" name="Rectangle 3">
            <a:extLst>
              <a:ext uri="{FF2B5EF4-FFF2-40B4-BE49-F238E27FC236}">
                <a16:creationId xmlns:a16="http://schemas.microsoft.com/office/drawing/2014/main" id="{88C0DC52-5DD7-45E8-BFB8-50600E95C0B0}"/>
              </a:ext>
            </a:extLst>
          </p:cNvPr>
          <p:cNvSpPr>
            <a:spLocks noGrp="1" noChangeArrowheads="1"/>
          </p:cNvSpPr>
          <p:nvPr>
            <p:ph type="title"/>
          </p:nvPr>
        </p:nvSpPr>
        <p:spPr/>
        <p:txBody>
          <a:bodyPr/>
          <a:lstStyle/>
          <a:p>
            <a:pPr eaLnBrk="1" hangingPunct="1"/>
            <a:r>
              <a:rPr lang="en-US" altLang="ru-RU"/>
              <a:t>Virus/spam</a:t>
            </a:r>
          </a:p>
        </p:txBody>
      </p:sp>
    </p:spTree>
  </p:cSld>
  <p:clrMapOvr>
    <a:masterClrMapping/>
  </p:clrMapOvr>
  <p:transition>
    <p:randomBa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18E7E081-1458-4567-B28E-9F1CF0B39F7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AFB7D28-2974-4951-A0FF-9277D37597AE}" type="slidenum">
              <a:rPr lang="en-US" altLang="ru-RU" sz="800">
                <a:solidFill>
                  <a:srgbClr val="B2B2B2"/>
                </a:solidFill>
                <a:latin typeface="Arial" panose="020B0604020202020204" pitchFamily="34" charset="0"/>
              </a:rPr>
              <a:pPr/>
              <a:t>50</a:t>
            </a:fld>
            <a:endParaRPr lang="en-US" altLang="ru-RU" sz="800">
              <a:solidFill>
                <a:srgbClr val="B2B2B2"/>
              </a:solidFill>
              <a:latin typeface="Arial" panose="020B0604020202020204" pitchFamily="34" charset="0"/>
            </a:endParaRPr>
          </a:p>
        </p:txBody>
      </p:sp>
      <p:sp>
        <p:nvSpPr>
          <p:cNvPr id="53251" name="Rectangle 2">
            <a:extLst>
              <a:ext uri="{FF2B5EF4-FFF2-40B4-BE49-F238E27FC236}">
                <a16:creationId xmlns:a16="http://schemas.microsoft.com/office/drawing/2014/main" id="{0DD85E6D-E2D8-42CA-9599-28610534F6A6}"/>
              </a:ext>
            </a:extLst>
          </p:cNvPr>
          <p:cNvSpPr>
            <a:spLocks noGrp="1" noChangeArrowheads="1"/>
          </p:cNvSpPr>
          <p:nvPr>
            <p:ph type="body" idx="1"/>
          </p:nvPr>
        </p:nvSpPr>
        <p:spPr/>
        <p:txBody>
          <a:bodyPr/>
          <a:lstStyle/>
          <a:p>
            <a:pPr eaLnBrk="1" hangingPunct="1">
              <a:buFontTx/>
              <a:buNone/>
            </a:pPr>
            <a:r>
              <a:rPr lang="en-US" altLang="ru-RU" sz="2000"/>
              <a:t>	Virus/spam acts as a gateway to the Anti-Virus and Anti-spam pages.</a:t>
            </a:r>
          </a:p>
        </p:txBody>
      </p:sp>
      <p:sp>
        <p:nvSpPr>
          <p:cNvPr id="53252" name="Rectangle 3">
            <a:extLst>
              <a:ext uri="{FF2B5EF4-FFF2-40B4-BE49-F238E27FC236}">
                <a16:creationId xmlns:a16="http://schemas.microsoft.com/office/drawing/2014/main" id="{2ADCF2A7-91C1-4FE1-9A41-953E6AC1BF2C}"/>
              </a:ext>
            </a:extLst>
          </p:cNvPr>
          <p:cNvSpPr>
            <a:spLocks noGrp="1" noChangeArrowheads="1"/>
          </p:cNvSpPr>
          <p:nvPr>
            <p:ph type="title"/>
          </p:nvPr>
        </p:nvSpPr>
        <p:spPr/>
        <p:txBody>
          <a:bodyPr/>
          <a:lstStyle/>
          <a:p>
            <a:pPr eaLnBrk="1" hangingPunct="1"/>
            <a:r>
              <a:rPr lang="en-US" altLang="ru-RU"/>
              <a:t>Virus/spam</a:t>
            </a:r>
          </a:p>
        </p:txBody>
      </p:sp>
      <p:pic>
        <p:nvPicPr>
          <p:cNvPr id="177156" name="Picture 4" descr="Whats new">
            <a:extLst>
              <a:ext uri="{FF2B5EF4-FFF2-40B4-BE49-F238E27FC236}">
                <a16:creationId xmlns:a16="http://schemas.microsoft.com/office/drawing/2014/main" id="{0D76F61A-B765-40B6-A462-1A03B9A54A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7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C567AF33-E3AA-4F3D-9723-423CE9D2FC3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416E15E-A2D3-44F7-BC96-268864E99A4D}" type="slidenum">
              <a:rPr lang="en-US" altLang="ru-RU" sz="800">
                <a:solidFill>
                  <a:srgbClr val="B2B2B2"/>
                </a:solidFill>
                <a:latin typeface="Arial" panose="020B0604020202020204" pitchFamily="34" charset="0"/>
              </a:rPr>
              <a:pPr/>
              <a:t>51</a:t>
            </a:fld>
            <a:endParaRPr lang="en-US" altLang="ru-RU" sz="800">
              <a:solidFill>
                <a:srgbClr val="B2B2B2"/>
              </a:solidFill>
              <a:latin typeface="Arial" panose="020B0604020202020204" pitchFamily="34" charset="0"/>
            </a:endParaRPr>
          </a:p>
        </p:txBody>
      </p:sp>
      <p:sp>
        <p:nvSpPr>
          <p:cNvPr id="54275" name="Rectangle 2">
            <a:extLst>
              <a:ext uri="{FF2B5EF4-FFF2-40B4-BE49-F238E27FC236}">
                <a16:creationId xmlns:a16="http://schemas.microsoft.com/office/drawing/2014/main" id="{E96F3506-EF79-48CA-ABE4-0E4BB836C1EA}"/>
              </a:ext>
            </a:extLst>
          </p:cNvPr>
          <p:cNvSpPr>
            <a:spLocks noGrp="1" noChangeArrowheads="1"/>
          </p:cNvSpPr>
          <p:nvPr>
            <p:ph type="body" idx="1"/>
          </p:nvPr>
        </p:nvSpPr>
        <p:spPr>
          <a:xfrm>
            <a:off x="579438" y="1398588"/>
            <a:ext cx="7772400" cy="4325937"/>
          </a:xfrm>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Anti-Virus</a:t>
            </a:r>
            <a:endParaRPr lang="en-US" altLang="ru-RU" sz="2400"/>
          </a:p>
          <a:p>
            <a:pPr eaLnBrk="1" hangingPunct="1">
              <a:buFontTx/>
              <a:buNone/>
            </a:pPr>
            <a:r>
              <a:rPr lang="en-US" altLang="ru-RU" sz="2000"/>
              <a:t>	The Anti-Virus page is designed to provide a visual representation of the number of Viruses blocked by Trend in the past 7 days.  </a:t>
            </a:r>
          </a:p>
          <a:p>
            <a:pPr eaLnBrk="1" hangingPunct="1">
              <a:buFontTx/>
              <a:buNone/>
            </a:pPr>
            <a:r>
              <a:rPr lang="en-US" altLang="ru-RU" sz="2000"/>
              <a:t>	The graph uses an HTML page containing a Flash movie, using action script, to query an ASP.Net page that queries SQL and returns XML data to the flash file.  The flash file in turn uses this data to map a graph showing trends for the past 7 days including real time stats for the current day.  Although this graph is fairly accurate, it does not count the number of viruses that may have been stopped by XWALL due to attachment blocking.  </a:t>
            </a:r>
          </a:p>
          <a:p>
            <a:pPr eaLnBrk="1" hangingPunct="1">
              <a:buFontTx/>
              <a:buNone/>
            </a:pPr>
            <a:r>
              <a:rPr lang="en-US" altLang="ru-RU" sz="2000"/>
              <a:t>	The page also uses code provided by Trend Anti-Virus detailing the latest Viruses released.</a:t>
            </a:r>
          </a:p>
        </p:txBody>
      </p:sp>
      <p:sp>
        <p:nvSpPr>
          <p:cNvPr id="54276" name="Rectangle 3">
            <a:extLst>
              <a:ext uri="{FF2B5EF4-FFF2-40B4-BE49-F238E27FC236}">
                <a16:creationId xmlns:a16="http://schemas.microsoft.com/office/drawing/2014/main" id="{6E81899D-108F-4B37-8921-594BA711FC4A}"/>
              </a:ext>
            </a:extLst>
          </p:cNvPr>
          <p:cNvSpPr>
            <a:spLocks noGrp="1" noChangeArrowheads="1"/>
          </p:cNvSpPr>
          <p:nvPr>
            <p:ph type="title"/>
          </p:nvPr>
        </p:nvSpPr>
        <p:spPr/>
        <p:txBody>
          <a:bodyPr/>
          <a:lstStyle/>
          <a:p>
            <a:pPr eaLnBrk="1" hangingPunct="1"/>
            <a:r>
              <a:rPr lang="en-US" altLang="ru-RU"/>
              <a:t>Virus/spam Cont…</a:t>
            </a:r>
          </a:p>
        </p:txBody>
      </p:sp>
    </p:spTree>
  </p:cSld>
  <p:clrMapOvr>
    <a:masterClrMapping/>
  </p:clrMapOvr>
  <p:transition>
    <p:randomBa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E3E4A507-E0B5-4E03-A67D-B50BD11E0D1D}"/>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251C3DC-8DAD-45A9-B73B-9EAA83470B79}" type="slidenum">
              <a:rPr lang="en-US" altLang="ru-RU" sz="800">
                <a:solidFill>
                  <a:srgbClr val="B2B2B2"/>
                </a:solidFill>
                <a:latin typeface="Arial" panose="020B0604020202020204" pitchFamily="34" charset="0"/>
              </a:rPr>
              <a:pPr/>
              <a:t>52</a:t>
            </a:fld>
            <a:endParaRPr lang="en-US" altLang="ru-RU" sz="800">
              <a:solidFill>
                <a:srgbClr val="B2B2B2"/>
              </a:solidFill>
              <a:latin typeface="Arial" panose="020B0604020202020204" pitchFamily="34" charset="0"/>
            </a:endParaRPr>
          </a:p>
        </p:txBody>
      </p:sp>
      <p:sp>
        <p:nvSpPr>
          <p:cNvPr id="55299" name="Rectangle 2">
            <a:extLst>
              <a:ext uri="{FF2B5EF4-FFF2-40B4-BE49-F238E27FC236}">
                <a16:creationId xmlns:a16="http://schemas.microsoft.com/office/drawing/2014/main" id="{040656D6-6432-4FC6-8A77-C5710E8E0738}"/>
              </a:ext>
            </a:extLst>
          </p:cNvPr>
          <p:cNvSpPr>
            <a:spLocks noGrp="1" noChangeArrowheads="1"/>
          </p:cNvSpPr>
          <p:nvPr>
            <p:ph type="body" idx="1"/>
          </p:nvPr>
        </p:nvSpPr>
        <p:spPr>
          <a:xfrm>
            <a:off x="579438" y="1398588"/>
            <a:ext cx="7772400" cy="4325937"/>
          </a:xfrm>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Anti-Virus</a:t>
            </a:r>
            <a:endParaRPr lang="en-US" altLang="ru-RU" sz="2400"/>
          </a:p>
          <a:p>
            <a:pPr eaLnBrk="1" hangingPunct="1">
              <a:buFontTx/>
              <a:buNone/>
            </a:pPr>
            <a:r>
              <a:rPr lang="en-US" altLang="ru-RU" sz="2000"/>
              <a:t>	The Anti-Virus page is designed to provide a visual representation of the number of Viruses blocked by Trend in the past 7 days.  </a:t>
            </a:r>
          </a:p>
          <a:p>
            <a:pPr eaLnBrk="1" hangingPunct="1">
              <a:buFontTx/>
              <a:buNone/>
            </a:pPr>
            <a:r>
              <a:rPr lang="en-US" altLang="ru-RU" sz="2000"/>
              <a:t>	The graph uses an HTML page containing a Flash movie, using action script, to query an ASP.Net page that queries SQL and returns XML data to the flash file.  The flash file in turn uses this data to map a graph showing trends for the past 7 days including real time stats for the current day.  Although this graph is fairly accurate, it does not count the number of viruses that may have been stopped by XWALL due to attachment blocking.  </a:t>
            </a:r>
          </a:p>
          <a:p>
            <a:pPr eaLnBrk="1" hangingPunct="1">
              <a:buFontTx/>
              <a:buNone/>
            </a:pPr>
            <a:r>
              <a:rPr lang="en-US" altLang="ru-RU" sz="2000"/>
              <a:t>	The page also uses code provided by Trend Anti-Virus detailing the latest Viruses released.</a:t>
            </a:r>
          </a:p>
        </p:txBody>
      </p:sp>
      <p:sp>
        <p:nvSpPr>
          <p:cNvPr id="55300" name="Rectangle 3">
            <a:extLst>
              <a:ext uri="{FF2B5EF4-FFF2-40B4-BE49-F238E27FC236}">
                <a16:creationId xmlns:a16="http://schemas.microsoft.com/office/drawing/2014/main" id="{520CA65C-4924-4830-BE0B-FE3CE5F80179}"/>
              </a:ext>
            </a:extLst>
          </p:cNvPr>
          <p:cNvSpPr>
            <a:spLocks noGrp="1" noChangeArrowheads="1"/>
          </p:cNvSpPr>
          <p:nvPr>
            <p:ph type="title"/>
          </p:nvPr>
        </p:nvSpPr>
        <p:spPr/>
        <p:txBody>
          <a:bodyPr/>
          <a:lstStyle/>
          <a:p>
            <a:pPr eaLnBrk="1" hangingPunct="1"/>
            <a:r>
              <a:rPr lang="en-US" altLang="ru-RU"/>
              <a:t>Virus/spam Cont…</a:t>
            </a:r>
          </a:p>
        </p:txBody>
      </p:sp>
      <p:pic>
        <p:nvPicPr>
          <p:cNvPr id="179204" name="Picture 4" descr="Whats new">
            <a:extLst>
              <a:ext uri="{FF2B5EF4-FFF2-40B4-BE49-F238E27FC236}">
                <a16:creationId xmlns:a16="http://schemas.microsoft.com/office/drawing/2014/main" id="{752EB4F7-43B2-4F97-B455-8422B32DD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2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9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8752506F-40AD-4FDC-9EFB-6BE6A3E60EA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23475EB-F62C-4379-A41F-62B230E636A3}" type="slidenum">
              <a:rPr lang="en-US" altLang="ru-RU" sz="800">
                <a:solidFill>
                  <a:srgbClr val="B2B2B2"/>
                </a:solidFill>
                <a:latin typeface="Arial" panose="020B0604020202020204" pitchFamily="34" charset="0"/>
              </a:rPr>
              <a:pPr/>
              <a:t>53</a:t>
            </a:fld>
            <a:endParaRPr lang="en-US" altLang="ru-RU" sz="800">
              <a:solidFill>
                <a:srgbClr val="B2B2B2"/>
              </a:solidFill>
              <a:latin typeface="Arial" panose="020B0604020202020204" pitchFamily="34" charset="0"/>
            </a:endParaRPr>
          </a:p>
        </p:txBody>
      </p:sp>
      <p:sp>
        <p:nvSpPr>
          <p:cNvPr id="56323" name="Rectangle 2">
            <a:extLst>
              <a:ext uri="{FF2B5EF4-FFF2-40B4-BE49-F238E27FC236}">
                <a16:creationId xmlns:a16="http://schemas.microsoft.com/office/drawing/2014/main" id="{30820966-52D4-4723-91B2-0639EDDD583A}"/>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Anti-spam</a:t>
            </a:r>
            <a:endParaRPr lang="en-US" altLang="ru-RU" sz="2400"/>
          </a:p>
          <a:p>
            <a:pPr eaLnBrk="1" hangingPunct="1"/>
            <a:r>
              <a:rPr lang="en-US" altLang="ru-RU" sz="2000"/>
              <a:t>The Anti-spam page utilized the same code to create the Anti-Virus Graph with minor changes.  The Anti-spam graph has been extended to allow a better view of the large numbers.</a:t>
            </a:r>
          </a:p>
          <a:p>
            <a:pPr eaLnBrk="1" hangingPunct="1"/>
            <a:r>
              <a:rPr lang="en-US" altLang="ru-RU" sz="2000"/>
              <a:t>Two Visual Basic scripts have been created to run every day to collect XWALL data from every SMTP server and insert the data into SQL.  The first script is run on each SMTP server to parse the very large XWALL log for the current data needed.  This script is run on each SMTP server at 12:15 AM daily.  Another script is run on DUBEXSM01, at 2:00 AM, to gather the data from each SMTP server and insert it into the SQL database.</a:t>
            </a:r>
          </a:p>
        </p:txBody>
      </p:sp>
      <p:sp>
        <p:nvSpPr>
          <p:cNvPr id="56324" name="Rectangle 3">
            <a:extLst>
              <a:ext uri="{FF2B5EF4-FFF2-40B4-BE49-F238E27FC236}">
                <a16:creationId xmlns:a16="http://schemas.microsoft.com/office/drawing/2014/main" id="{FB321E5C-D1ED-41E8-87BD-EB404E4B7449}"/>
              </a:ext>
            </a:extLst>
          </p:cNvPr>
          <p:cNvSpPr>
            <a:spLocks noGrp="1" noChangeArrowheads="1"/>
          </p:cNvSpPr>
          <p:nvPr>
            <p:ph type="title"/>
          </p:nvPr>
        </p:nvSpPr>
        <p:spPr/>
        <p:txBody>
          <a:bodyPr/>
          <a:lstStyle/>
          <a:p>
            <a:pPr eaLnBrk="1" hangingPunct="1"/>
            <a:r>
              <a:rPr lang="en-US" altLang="ru-RU"/>
              <a:t>Virus/spam Cont…</a:t>
            </a:r>
          </a:p>
        </p:txBody>
      </p:sp>
    </p:spTree>
  </p:cSld>
  <p:clrMapOvr>
    <a:masterClrMapping/>
  </p:clrMapOvr>
  <p:transition>
    <p:randomBa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579DD1D1-4A87-4346-9C4B-29AD9C01B94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7C5FC6B-8E1F-4481-B60A-D35E130AA925}" type="slidenum">
              <a:rPr lang="en-US" altLang="ru-RU" sz="800">
                <a:solidFill>
                  <a:srgbClr val="B2B2B2"/>
                </a:solidFill>
                <a:latin typeface="Arial" panose="020B0604020202020204" pitchFamily="34" charset="0"/>
              </a:rPr>
              <a:pPr/>
              <a:t>54</a:t>
            </a:fld>
            <a:endParaRPr lang="en-US" altLang="ru-RU" sz="800">
              <a:solidFill>
                <a:srgbClr val="B2B2B2"/>
              </a:solidFill>
              <a:latin typeface="Arial" panose="020B0604020202020204" pitchFamily="34" charset="0"/>
            </a:endParaRPr>
          </a:p>
        </p:txBody>
      </p:sp>
      <p:sp>
        <p:nvSpPr>
          <p:cNvPr id="57347" name="Rectangle 2">
            <a:extLst>
              <a:ext uri="{FF2B5EF4-FFF2-40B4-BE49-F238E27FC236}">
                <a16:creationId xmlns:a16="http://schemas.microsoft.com/office/drawing/2014/main" id="{65FC87D7-8F96-4366-A38B-8B2115A84D6B}"/>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Anti-spam</a:t>
            </a:r>
            <a:endParaRPr lang="en-US" altLang="ru-RU" sz="2400"/>
          </a:p>
          <a:p>
            <a:pPr eaLnBrk="1" hangingPunct="1"/>
            <a:r>
              <a:rPr lang="en-US" altLang="ru-RU" sz="2000"/>
              <a:t>The Anti-spam page utilized the same code to create the Anti-Virus Graph with minor changes.  The Anti-spam graph has been extended to allow a better view of the large numbers.</a:t>
            </a:r>
          </a:p>
          <a:p>
            <a:pPr eaLnBrk="1" hangingPunct="1"/>
            <a:r>
              <a:rPr lang="en-US" altLang="ru-RU" sz="2000"/>
              <a:t>Two Visual Basic scripts have been created to run every day to collect XWALL data from every SMTP server and insert the data into SQL.  The first script is run on each SMTP server to parse the very large XWALL log for the current data needed.  This script is run on each SMTP server at 12:15 AM daily.  Another script is run on DUBEXSM01, at 2:00 AM, to gather the data from each SMTP server and insert it into the SQL database.</a:t>
            </a:r>
          </a:p>
        </p:txBody>
      </p:sp>
      <p:sp>
        <p:nvSpPr>
          <p:cNvPr id="57348" name="Rectangle 3">
            <a:extLst>
              <a:ext uri="{FF2B5EF4-FFF2-40B4-BE49-F238E27FC236}">
                <a16:creationId xmlns:a16="http://schemas.microsoft.com/office/drawing/2014/main" id="{20F1573A-595F-4078-AF07-AA3D63417081}"/>
              </a:ext>
            </a:extLst>
          </p:cNvPr>
          <p:cNvSpPr>
            <a:spLocks noGrp="1" noChangeArrowheads="1"/>
          </p:cNvSpPr>
          <p:nvPr>
            <p:ph type="title"/>
          </p:nvPr>
        </p:nvSpPr>
        <p:spPr/>
        <p:txBody>
          <a:bodyPr/>
          <a:lstStyle/>
          <a:p>
            <a:pPr eaLnBrk="1" hangingPunct="1"/>
            <a:r>
              <a:rPr lang="en-US" altLang="ru-RU"/>
              <a:t>Virus/spam Cont…</a:t>
            </a:r>
          </a:p>
        </p:txBody>
      </p:sp>
      <p:pic>
        <p:nvPicPr>
          <p:cNvPr id="181252" name="Picture 4" descr="Whats new">
            <a:extLst>
              <a:ext uri="{FF2B5EF4-FFF2-40B4-BE49-F238E27FC236}">
                <a16:creationId xmlns:a16="http://schemas.microsoft.com/office/drawing/2014/main" id="{25250FF2-F59A-491A-8837-8CB9E7FD1F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1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4B494EF-1740-4EC9-82A8-0CFE80E63C2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AFECA9B-5FE3-4353-BB61-04F0E69CC14A}" type="slidenum">
              <a:rPr lang="en-US" altLang="ru-RU" sz="800">
                <a:solidFill>
                  <a:srgbClr val="B2B2B2"/>
                </a:solidFill>
                <a:latin typeface="Arial" panose="020B0604020202020204" pitchFamily="34" charset="0"/>
              </a:rPr>
              <a:pPr/>
              <a:t>55</a:t>
            </a:fld>
            <a:endParaRPr lang="en-US" altLang="ru-RU" sz="800">
              <a:solidFill>
                <a:srgbClr val="B2B2B2"/>
              </a:solidFill>
              <a:latin typeface="Arial" panose="020B0604020202020204" pitchFamily="34" charset="0"/>
            </a:endParaRPr>
          </a:p>
        </p:txBody>
      </p:sp>
      <p:sp>
        <p:nvSpPr>
          <p:cNvPr id="58371" name="Rectangle 2">
            <a:extLst>
              <a:ext uri="{FF2B5EF4-FFF2-40B4-BE49-F238E27FC236}">
                <a16:creationId xmlns:a16="http://schemas.microsoft.com/office/drawing/2014/main" id="{B5EF500E-B0BD-44F6-872B-DD5F6929D852}"/>
              </a:ext>
            </a:extLst>
          </p:cNvPr>
          <p:cNvSpPr>
            <a:spLocks noGrp="1" noChangeArrowheads="1"/>
          </p:cNvSpPr>
          <p:nvPr>
            <p:ph type="body" idx="1"/>
          </p:nvPr>
        </p:nvSpPr>
        <p:spPr/>
        <p:txBody>
          <a:bodyPr/>
          <a:lstStyle/>
          <a:p>
            <a:pPr eaLnBrk="1" hangingPunct="1"/>
            <a:r>
              <a:rPr lang="en-US" altLang="ru-RU" sz="2000"/>
              <a:t>User Feedback allows users to leave Feedback for EMS.  The user can select to leave the feedback anonymously or request feedback.</a:t>
            </a:r>
          </a:p>
          <a:p>
            <a:pPr eaLnBrk="1" hangingPunct="1"/>
            <a:r>
              <a:rPr lang="en-US" altLang="ru-RU" sz="2000"/>
              <a:t>This page uses ASP.Net with C# to place the data entered from the form into feedback.xml.  The ViewFeedback admin page uses Feedback.xls to view the information in feedback.xml.</a:t>
            </a:r>
          </a:p>
        </p:txBody>
      </p:sp>
      <p:sp>
        <p:nvSpPr>
          <p:cNvPr id="58372" name="Rectangle 3">
            <a:extLst>
              <a:ext uri="{FF2B5EF4-FFF2-40B4-BE49-F238E27FC236}">
                <a16:creationId xmlns:a16="http://schemas.microsoft.com/office/drawing/2014/main" id="{9112D831-E7C4-4077-8E6E-7FDE97DF8B64}"/>
              </a:ext>
            </a:extLst>
          </p:cNvPr>
          <p:cNvSpPr>
            <a:spLocks noGrp="1" noChangeArrowheads="1"/>
          </p:cNvSpPr>
          <p:nvPr>
            <p:ph type="title"/>
          </p:nvPr>
        </p:nvSpPr>
        <p:spPr/>
        <p:txBody>
          <a:bodyPr/>
          <a:lstStyle/>
          <a:p>
            <a:pPr eaLnBrk="1" hangingPunct="1"/>
            <a:r>
              <a:rPr lang="en-US" altLang="ru-RU"/>
              <a:t>User Feedback</a:t>
            </a:r>
          </a:p>
        </p:txBody>
      </p:sp>
    </p:spTree>
  </p:cSld>
  <p:clrMapOvr>
    <a:masterClrMapping/>
  </p:clrMapOvr>
  <p:transition>
    <p:randomBa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F23BEBBD-7BB6-4C47-857A-5B0D82E0D29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4E72621-5B60-457B-99C6-7555514BA6B9}" type="slidenum">
              <a:rPr lang="en-US" altLang="ru-RU" sz="800">
                <a:solidFill>
                  <a:srgbClr val="B2B2B2"/>
                </a:solidFill>
                <a:latin typeface="Arial" panose="020B0604020202020204" pitchFamily="34" charset="0"/>
              </a:rPr>
              <a:pPr/>
              <a:t>56</a:t>
            </a:fld>
            <a:endParaRPr lang="en-US" altLang="ru-RU" sz="800">
              <a:solidFill>
                <a:srgbClr val="B2B2B2"/>
              </a:solidFill>
              <a:latin typeface="Arial" panose="020B0604020202020204" pitchFamily="34" charset="0"/>
            </a:endParaRPr>
          </a:p>
        </p:txBody>
      </p:sp>
      <p:sp>
        <p:nvSpPr>
          <p:cNvPr id="59395" name="Rectangle 2">
            <a:extLst>
              <a:ext uri="{FF2B5EF4-FFF2-40B4-BE49-F238E27FC236}">
                <a16:creationId xmlns:a16="http://schemas.microsoft.com/office/drawing/2014/main" id="{785D0B01-B9E1-4321-A139-589926C4F776}"/>
              </a:ext>
            </a:extLst>
          </p:cNvPr>
          <p:cNvSpPr>
            <a:spLocks noGrp="1" noChangeArrowheads="1"/>
          </p:cNvSpPr>
          <p:nvPr>
            <p:ph type="body" idx="1"/>
          </p:nvPr>
        </p:nvSpPr>
        <p:spPr/>
        <p:txBody>
          <a:bodyPr/>
          <a:lstStyle/>
          <a:p>
            <a:pPr eaLnBrk="1" hangingPunct="1"/>
            <a:r>
              <a:rPr lang="en-US" altLang="ru-RU" sz="2000"/>
              <a:t>User Feedback allows users to leave Feedback for EMS.  The user can select to leave the feedback anonymously or request feedback.</a:t>
            </a:r>
          </a:p>
          <a:p>
            <a:pPr eaLnBrk="1" hangingPunct="1"/>
            <a:r>
              <a:rPr lang="en-US" altLang="ru-RU" sz="2000"/>
              <a:t>This page uses ASP.Net with C# to place the data entered from the form into feedback.xml.  The ViewFeedback admin page uses Feedback.xls to view the information in feedback.xml.</a:t>
            </a:r>
          </a:p>
        </p:txBody>
      </p:sp>
      <p:sp>
        <p:nvSpPr>
          <p:cNvPr id="59396" name="Rectangle 3">
            <a:extLst>
              <a:ext uri="{FF2B5EF4-FFF2-40B4-BE49-F238E27FC236}">
                <a16:creationId xmlns:a16="http://schemas.microsoft.com/office/drawing/2014/main" id="{E7073CC0-C399-4D1F-A7B5-385BD158EB88}"/>
              </a:ext>
            </a:extLst>
          </p:cNvPr>
          <p:cNvSpPr>
            <a:spLocks noGrp="1" noChangeArrowheads="1"/>
          </p:cNvSpPr>
          <p:nvPr>
            <p:ph type="title"/>
          </p:nvPr>
        </p:nvSpPr>
        <p:spPr/>
        <p:txBody>
          <a:bodyPr/>
          <a:lstStyle/>
          <a:p>
            <a:pPr eaLnBrk="1" hangingPunct="1"/>
            <a:r>
              <a:rPr lang="en-US" altLang="ru-RU"/>
              <a:t>User Feedback</a:t>
            </a:r>
          </a:p>
        </p:txBody>
      </p:sp>
      <p:pic>
        <p:nvPicPr>
          <p:cNvPr id="185348" name="Picture 4" descr="Whats new">
            <a:extLst>
              <a:ext uri="{FF2B5EF4-FFF2-40B4-BE49-F238E27FC236}">
                <a16:creationId xmlns:a16="http://schemas.microsoft.com/office/drawing/2014/main" id="{CC25F795-679C-4850-A6D9-A80C496DF4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5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4F6159B-47A5-4F91-87E7-CB0CD38FA45D}"/>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51C2E13-E8D8-4832-B2BD-7A26E81646CF}" type="slidenum">
              <a:rPr lang="en-US" altLang="ru-RU" sz="800">
                <a:solidFill>
                  <a:srgbClr val="B2B2B2"/>
                </a:solidFill>
                <a:latin typeface="Arial" panose="020B0604020202020204" pitchFamily="34" charset="0"/>
              </a:rPr>
              <a:pPr/>
              <a:t>57</a:t>
            </a:fld>
            <a:endParaRPr lang="en-US" altLang="ru-RU" sz="800">
              <a:solidFill>
                <a:srgbClr val="B2B2B2"/>
              </a:solidFill>
              <a:latin typeface="Arial" panose="020B0604020202020204" pitchFamily="34" charset="0"/>
            </a:endParaRPr>
          </a:p>
        </p:txBody>
      </p:sp>
      <p:sp>
        <p:nvSpPr>
          <p:cNvPr id="60419" name="Rectangle 2">
            <a:extLst>
              <a:ext uri="{FF2B5EF4-FFF2-40B4-BE49-F238E27FC236}">
                <a16:creationId xmlns:a16="http://schemas.microsoft.com/office/drawing/2014/main" id="{09A1D6CE-F942-48BC-B672-A56FA5506CDE}"/>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a:t>	This site has been designed to reduce manual updates as much as possible.  By doing this, the site can be updated and changed without needing access to any HMTL editing software.  </a:t>
            </a:r>
          </a:p>
          <a:p>
            <a:pPr eaLnBrk="1" hangingPunct="1">
              <a:lnSpc>
                <a:spcPct val="100000"/>
              </a:lnSpc>
              <a:spcAft>
                <a:spcPct val="20000"/>
              </a:spcAft>
              <a:buFontTx/>
              <a:buNone/>
            </a:pPr>
            <a:r>
              <a:rPr lang="en-US" altLang="ru-RU" sz="2000"/>
              <a:t>	The current state of the site requires Microsoft FrontPage to complete the updates.  99% of the updates to be completed should only by remote updates, not requiring anything to be uploaded to the server.  By doing this we are able to reduce the chances of disrupting service.</a:t>
            </a:r>
          </a:p>
        </p:txBody>
      </p:sp>
      <p:sp>
        <p:nvSpPr>
          <p:cNvPr id="60420" name="Rectangle 3">
            <a:extLst>
              <a:ext uri="{FF2B5EF4-FFF2-40B4-BE49-F238E27FC236}">
                <a16:creationId xmlns:a16="http://schemas.microsoft.com/office/drawing/2014/main" id="{A9BE2D7A-1864-419F-8C9F-A0D6ECE92F31}"/>
              </a:ext>
            </a:extLst>
          </p:cNvPr>
          <p:cNvSpPr>
            <a:spLocks noGrp="1" noChangeArrowheads="1"/>
          </p:cNvSpPr>
          <p:nvPr>
            <p:ph type="title"/>
          </p:nvPr>
        </p:nvSpPr>
        <p:spPr/>
        <p:txBody>
          <a:bodyPr/>
          <a:lstStyle/>
          <a:p>
            <a:pPr eaLnBrk="1" hangingPunct="1"/>
            <a:r>
              <a:rPr lang="en-US" altLang="ru-RU"/>
              <a:t>Intranet Site Support</a:t>
            </a:r>
          </a:p>
        </p:txBody>
      </p:sp>
    </p:spTree>
  </p:cSld>
  <p:clrMapOvr>
    <a:masterClrMapping/>
  </p:clrMapOvr>
  <p:transition>
    <p:randomBa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85F2728F-0777-4784-997A-E457957ED04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F42E557-73AE-4435-BAA7-49B3BAD87188}" type="slidenum">
              <a:rPr lang="en-US" altLang="ru-RU" sz="800">
                <a:solidFill>
                  <a:srgbClr val="B2B2B2"/>
                </a:solidFill>
                <a:latin typeface="Arial" panose="020B0604020202020204" pitchFamily="34" charset="0"/>
              </a:rPr>
              <a:pPr/>
              <a:t>58</a:t>
            </a:fld>
            <a:endParaRPr lang="en-US" altLang="ru-RU" sz="800">
              <a:solidFill>
                <a:srgbClr val="B2B2B2"/>
              </a:solidFill>
              <a:latin typeface="Arial" panose="020B0604020202020204" pitchFamily="34" charset="0"/>
            </a:endParaRPr>
          </a:p>
        </p:txBody>
      </p:sp>
      <p:sp>
        <p:nvSpPr>
          <p:cNvPr id="61443" name="Rectangle 2">
            <a:extLst>
              <a:ext uri="{FF2B5EF4-FFF2-40B4-BE49-F238E27FC236}">
                <a16:creationId xmlns:a16="http://schemas.microsoft.com/office/drawing/2014/main" id="{0485F671-F188-428F-BEBF-B65033973224}"/>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b="1">
                <a:solidFill>
                  <a:schemeClr val="accent2"/>
                </a:solidFill>
              </a:rPr>
              <a:t>Current State</a:t>
            </a:r>
            <a:endParaRPr lang="en-US" altLang="ru-RU" sz="2400" b="1"/>
          </a:p>
          <a:p>
            <a:pPr eaLnBrk="1" hangingPunct="1">
              <a:lnSpc>
                <a:spcPct val="100000"/>
              </a:lnSpc>
              <a:spcAft>
                <a:spcPct val="20000"/>
              </a:spcAft>
            </a:pPr>
            <a:r>
              <a:rPr lang="en-US" altLang="ru-RU" sz="2000"/>
              <a:t>As Pages are created links will be added to the Admin Homepage.  </a:t>
            </a:r>
          </a:p>
          <a:p>
            <a:pPr eaLnBrk="1" hangingPunct="1">
              <a:lnSpc>
                <a:spcPct val="100000"/>
              </a:lnSpc>
              <a:spcAft>
                <a:spcPct val="20000"/>
              </a:spcAft>
            </a:pPr>
            <a:r>
              <a:rPr lang="en-US" altLang="ru-RU" sz="2000"/>
              <a:t>Security has been set only allowing “G-Exchange Full Administrators” access to this site.  This allows us to place passwords and other documents users should not see on this site.</a:t>
            </a:r>
          </a:p>
        </p:txBody>
      </p:sp>
      <p:sp>
        <p:nvSpPr>
          <p:cNvPr id="61444" name="Rectangle 3">
            <a:extLst>
              <a:ext uri="{FF2B5EF4-FFF2-40B4-BE49-F238E27FC236}">
                <a16:creationId xmlns:a16="http://schemas.microsoft.com/office/drawing/2014/main" id="{F9F538DA-D6D7-4C98-9349-A051656E9A60}"/>
              </a:ext>
            </a:extLst>
          </p:cNvPr>
          <p:cNvSpPr>
            <a:spLocks noGrp="1" noChangeArrowheads="1"/>
          </p:cNvSpPr>
          <p:nvPr>
            <p:ph type="title"/>
          </p:nvPr>
        </p:nvSpPr>
        <p:spPr/>
        <p:txBody>
          <a:bodyPr/>
          <a:lstStyle/>
          <a:p>
            <a:pPr eaLnBrk="1" hangingPunct="1"/>
            <a:r>
              <a:rPr lang="en-US" altLang="ru-RU"/>
              <a:t>Admin Site</a:t>
            </a:r>
          </a:p>
        </p:txBody>
      </p:sp>
    </p:spTree>
  </p:cSld>
  <p:clrMapOvr>
    <a:masterClrMapping/>
  </p:clrMapOvr>
  <p:transition>
    <p:randomBa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1C82F9D6-493C-4554-A408-3B76867D6AB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C1610E7-DF54-483B-A03B-AE77EC452B52}" type="slidenum">
              <a:rPr lang="en-US" altLang="ru-RU" sz="800">
                <a:solidFill>
                  <a:srgbClr val="B2B2B2"/>
                </a:solidFill>
                <a:latin typeface="Arial" panose="020B0604020202020204" pitchFamily="34" charset="0"/>
              </a:rPr>
              <a:pPr/>
              <a:t>59</a:t>
            </a:fld>
            <a:endParaRPr lang="en-US" altLang="ru-RU" sz="800">
              <a:solidFill>
                <a:srgbClr val="B2B2B2"/>
              </a:solidFill>
              <a:latin typeface="Arial" panose="020B0604020202020204" pitchFamily="34" charset="0"/>
            </a:endParaRPr>
          </a:p>
        </p:txBody>
      </p:sp>
      <p:sp>
        <p:nvSpPr>
          <p:cNvPr id="62467" name="Rectangle 2">
            <a:extLst>
              <a:ext uri="{FF2B5EF4-FFF2-40B4-BE49-F238E27FC236}">
                <a16:creationId xmlns:a16="http://schemas.microsoft.com/office/drawing/2014/main" id="{2C5457E9-59AA-4CE5-B80B-91750A42257F}"/>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b="1">
                <a:solidFill>
                  <a:schemeClr val="accent2"/>
                </a:solidFill>
              </a:rPr>
              <a:t>Current State</a:t>
            </a:r>
            <a:endParaRPr lang="en-US" altLang="ru-RU" sz="2400" b="1"/>
          </a:p>
          <a:p>
            <a:pPr eaLnBrk="1" hangingPunct="1">
              <a:lnSpc>
                <a:spcPct val="100000"/>
              </a:lnSpc>
              <a:spcAft>
                <a:spcPct val="20000"/>
              </a:spcAft>
            </a:pPr>
            <a:r>
              <a:rPr lang="en-US" altLang="ru-RU" sz="2000"/>
              <a:t>As Pages are created links will be added to the Admin Homepage.  </a:t>
            </a:r>
          </a:p>
          <a:p>
            <a:pPr eaLnBrk="1" hangingPunct="1">
              <a:lnSpc>
                <a:spcPct val="100000"/>
              </a:lnSpc>
              <a:spcAft>
                <a:spcPct val="20000"/>
              </a:spcAft>
            </a:pPr>
            <a:r>
              <a:rPr lang="en-US" altLang="ru-RU" sz="2000"/>
              <a:t>Security has been set only allowing “G-Exchange Full Administrators” access to this site.  This allows us to place passwords and other documents users should not see on this site.</a:t>
            </a:r>
          </a:p>
        </p:txBody>
      </p:sp>
      <p:sp>
        <p:nvSpPr>
          <p:cNvPr id="62468" name="Rectangle 3">
            <a:extLst>
              <a:ext uri="{FF2B5EF4-FFF2-40B4-BE49-F238E27FC236}">
                <a16:creationId xmlns:a16="http://schemas.microsoft.com/office/drawing/2014/main" id="{650E7CD2-56FC-4285-B93D-8FDA29DDB848}"/>
              </a:ext>
            </a:extLst>
          </p:cNvPr>
          <p:cNvSpPr>
            <a:spLocks noGrp="1" noChangeArrowheads="1"/>
          </p:cNvSpPr>
          <p:nvPr>
            <p:ph type="title"/>
          </p:nvPr>
        </p:nvSpPr>
        <p:spPr/>
        <p:txBody>
          <a:bodyPr/>
          <a:lstStyle/>
          <a:p>
            <a:pPr eaLnBrk="1" hangingPunct="1"/>
            <a:r>
              <a:rPr lang="en-US" altLang="ru-RU"/>
              <a:t>Admin Site</a:t>
            </a:r>
          </a:p>
        </p:txBody>
      </p:sp>
      <p:pic>
        <p:nvPicPr>
          <p:cNvPr id="199685" name="Picture 5" descr="Whats new">
            <a:extLst>
              <a:ext uri="{FF2B5EF4-FFF2-40B4-BE49-F238E27FC236}">
                <a16:creationId xmlns:a16="http://schemas.microsoft.com/office/drawing/2014/main" id="{C68AE229-577E-48A9-91E4-E2DEB3431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2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9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4205447A-C6A9-4B09-B743-9905E037F2E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453F641-B245-44F7-AA80-476AAB572FE7}" type="slidenum">
              <a:rPr lang="en-US" altLang="ru-RU" sz="800">
                <a:solidFill>
                  <a:srgbClr val="B2B2B2"/>
                </a:solidFill>
                <a:latin typeface="Arial" panose="020B0604020202020204" pitchFamily="34" charset="0"/>
              </a:rPr>
              <a:pPr/>
              <a:t>60</a:t>
            </a:fld>
            <a:endParaRPr lang="en-US" altLang="ru-RU" sz="800">
              <a:solidFill>
                <a:srgbClr val="B2B2B2"/>
              </a:solidFill>
              <a:latin typeface="Arial" panose="020B0604020202020204" pitchFamily="34" charset="0"/>
            </a:endParaRPr>
          </a:p>
        </p:txBody>
      </p:sp>
      <p:sp>
        <p:nvSpPr>
          <p:cNvPr id="63491" name="Rectangle 2">
            <a:extLst>
              <a:ext uri="{FF2B5EF4-FFF2-40B4-BE49-F238E27FC236}">
                <a16:creationId xmlns:a16="http://schemas.microsoft.com/office/drawing/2014/main" id="{A8B22239-1043-4F85-9989-C1706C053491}"/>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Reservation System</a:t>
            </a:r>
            <a:endParaRPr lang="en-US" altLang="ru-RU" sz="2400"/>
          </a:p>
          <a:p>
            <a:pPr eaLnBrk="1" hangingPunct="1">
              <a:buFontTx/>
              <a:buNone/>
            </a:pPr>
            <a:r>
              <a:rPr lang="en-US" altLang="ru-RU" sz="2000"/>
              <a:t>	The Reservation System was designed to remove the confusion from the lab hardware.  In the past no one knew who was using wat hardware with what IP addresses.  This system allows an EMS Engineer to check out a server for a period of time.  Once the form has been completed and E-Mail is sent to Tony Dorto, Brian Hanlin, and the requesting Engineer.  The data entered is also inserted into a SQL database, and put into a “pending” state.</a:t>
            </a:r>
          </a:p>
        </p:txBody>
      </p:sp>
      <p:sp>
        <p:nvSpPr>
          <p:cNvPr id="63492" name="Rectangle 3">
            <a:extLst>
              <a:ext uri="{FF2B5EF4-FFF2-40B4-BE49-F238E27FC236}">
                <a16:creationId xmlns:a16="http://schemas.microsoft.com/office/drawing/2014/main" id="{8FD0DBB3-ADCE-4549-9FC9-49C8E9AC228D}"/>
              </a:ext>
            </a:extLst>
          </p:cNvPr>
          <p:cNvSpPr>
            <a:spLocks noGrp="1" noChangeArrowheads="1"/>
          </p:cNvSpPr>
          <p:nvPr>
            <p:ph type="title"/>
          </p:nvPr>
        </p:nvSpPr>
        <p:spPr/>
        <p:txBody>
          <a:bodyPr/>
          <a:lstStyle/>
          <a:p>
            <a:pPr eaLnBrk="1" hangingPunct="1"/>
            <a:r>
              <a:rPr lang="en-US" altLang="ru-RU"/>
              <a:t>Admin Site Cont…</a:t>
            </a:r>
          </a:p>
        </p:txBody>
      </p:sp>
    </p:spTree>
  </p:cSld>
  <p:clrMapOvr>
    <a:masterClrMapping/>
  </p:clrMapOvr>
  <p:transition>
    <p:randomBa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788436C3-91A8-47AB-9E0E-CB4089E03DE6}"/>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A5A7E8B-33AE-4FAC-B7A8-4680DC0B9F66}" type="slidenum">
              <a:rPr lang="en-US" altLang="ru-RU" sz="800">
                <a:solidFill>
                  <a:srgbClr val="B2B2B2"/>
                </a:solidFill>
                <a:latin typeface="Arial" panose="020B0604020202020204" pitchFamily="34" charset="0"/>
              </a:rPr>
              <a:pPr/>
              <a:t>61</a:t>
            </a:fld>
            <a:endParaRPr lang="en-US" altLang="ru-RU" sz="800">
              <a:solidFill>
                <a:srgbClr val="B2B2B2"/>
              </a:solidFill>
              <a:latin typeface="Arial" panose="020B0604020202020204" pitchFamily="34" charset="0"/>
            </a:endParaRPr>
          </a:p>
        </p:txBody>
      </p:sp>
      <p:sp>
        <p:nvSpPr>
          <p:cNvPr id="64515" name="Rectangle 2">
            <a:extLst>
              <a:ext uri="{FF2B5EF4-FFF2-40B4-BE49-F238E27FC236}">
                <a16:creationId xmlns:a16="http://schemas.microsoft.com/office/drawing/2014/main" id="{0FB86935-0C96-4074-911F-F26D2DC914F2}"/>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Reservation System</a:t>
            </a:r>
            <a:endParaRPr lang="en-US" altLang="ru-RU" sz="2400"/>
          </a:p>
          <a:p>
            <a:pPr eaLnBrk="1" hangingPunct="1">
              <a:buFontTx/>
              <a:buNone/>
            </a:pPr>
            <a:r>
              <a:rPr lang="en-US" altLang="ru-RU" sz="2000"/>
              <a:t>	The Reservation System was designed to remove the confusion from the lab hardware.  In the past no one knew who was using wat hardware with what IP addresses.  This system allows an EMS Engineer to check out a server for a period of time.  Once the form has been completed and E-Mail is sent to Tony Dorto, Brian Hanlin, and the requesting Engineer.  The data entered is also inserted into a SQL database, and put into a “pending” state.</a:t>
            </a:r>
          </a:p>
        </p:txBody>
      </p:sp>
      <p:sp>
        <p:nvSpPr>
          <p:cNvPr id="64516" name="Rectangle 3">
            <a:extLst>
              <a:ext uri="{FF2B5EF4-FFF2-40B4-BE49-F238E27FC236}">
                <a16:creationId xmlns:a16="http://schemas.microsoft.com/office/drawing/2014/main" id="{3A0DA134-34BC-4E2A-8BC0-C8B4A742A25B}"/>
              </a:ext>
            </a:extLst>
          </p:cNvPr>
          <p:cNvSpPr>
            <a:spLocks noGrp="1" noChangeArrowheads="1"/>
          </p:cNvSpPr>
          <p:nvPr>
            <p:ph type="title"/>
          </p:nvPr>
        </p:nvSpPr>
        <p:spPr/>
        <p:txBody>
          <a:bodyPr/>
          <a:lstStyle/>
          <a:p>
            <a:pPr eaLnBrk="1" hangingPunct="1"/>
            <a:r>
              <a:rPr lang="en-US" altLang="ru-RU"/>
              <a:t>Admin Site Cont…</a:t>
            </a:r>
          </a:p>
        </p:txBody>
      </p:sp>
      <p:pic>
        <p:nvPicPr>
          <p:cNvPr id="201732" name="Picture 4" descr="Whats new">
            <a:extLst>
              <a:ext uri="{FF2B5EF4-FFF2-40B4-BE49-F238E27FC236}">
                <a16:creationId xmlns:a16="http://schemas.microsoft.com/office/drawing/2014/main" id="{8F605247-6DC4-4A21-8BBA-5AAE454AC3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17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711771BF-A672-4296-8B54-F81E9B93022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F33F870-8AA3-4DDD-B2F2-BCDB9B1E38D4}" type="slidenum">
              <a:rPr lang="en-US" altLang="ru-RU" sz="800">
                <a:solidFill>
                  <a:srgbClr val="B2B2B2"/>
                </a:solidFill>
                <a:latin typeface="Arial" panose="020B0604020202020204" pitchFamily="34" charset="0"/>
              </a:rPr>
              <a:pPr/>
              <a:t>62</a:t>
            </a:fld>
            <a:endParaRPr lang="en-US" altLang="ru-RU" sz="800">
              <a:solidFill>
                <a:srgbClr val="B2B2B2"/>
              </a:solidFill>
              <a:latin typeface="Arial" panose="020B0604020202020204" pitchFamily="34" charset="0"/>
            </a:endParaRPr>
          </a:p>
        </p:txBody>
      </p:sp>
      <p:sp>
        <p:nvSpPr>
          <p:cNvPr id="65539" name="Rectangle 2">
            <a:extLst>
              <a:ext uri="{FF2B5EF4-FFF2-40B4-BE49-F238E27FC236}">
                <a16:creationId xmlns:a16="http://schemas.microsoft.com/office/drawing/2014/main" id="{4343BCA2-49C9-4B5B-9D25-F47C1323047D}"/>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Reservation Administration</a:t>
            </a:r>
            <a:endParaRPr lang="en-US" altLang="ru-RU" sz="2400"/>
          </a:p>
          <a:p>
            <a:pPr eaLnBrk="1" hangingPunct="1">
              <a:buFontTx/>
              <a:buNone/>
            </a:pPr>
            <a:r>
              <a:rPr lang="en-US" altLang="ru-RU" sz="2000"/>
              <a:t>	The Administration page allows the Lab Admins access the Database information to modify.</a:t>
            </a:r>
          </a:p>
        </p:txBody>
      </p:sp>
      <p:sp>
        <p:nvSpPr>
          <p:cNvPr id="65540" name="Rectangle 3">
            <a:extLst>
              <a:ext uri="{FF2B5EF4-FFF2-40B4-BE49-F238E27FC236}">
                <a16:creationId xmlns:a16="http://schemas.microsoft.com/office/drawing/2014/main" id="{EEEC0187-9579-4857-8B29-463D8E76C8A1}"/>
              </a:ext>
            </a:extLst>
          </p:cNvPr>
          <p:cNvSpPr>
            <a:spLocks noGrp="1" noChangeArrowheads="1"/>
          </p:cNvSpPr>
          <p:nvPr>
            <p:ph type="title"/>
          </p:nvPr>
        </p:nvSpPr>
        <p:spPr/>
        <p:txBody>
          <a:bodyPr/>
          <a:lstStyle/>
          <a:p>
            <a:pPr eaLnBrk="1" hangingPunct="1"/>
            <a:r>
              <a:rPr lang="en-US" altLang="ru-RU"/>
              <a:t>Admin Site Cont…</a:t>
            </a:r>
          </a:p>
        </p:txBody>
      </p:sp>
    </p:spTree>
  </p:cSld>
  <p:clrMapOvr>
    <a:masterClrMapping/>
  </p:clrMapOvr>
  <p:transition>
    <p:randomBa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B428427-9722-40EA-9244-C0FCE912601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6DC25C93-4A06-4282-B569-641E1F76B5EF}" type="slidenum">
              <a:rPr lang="en-US" altLang="ru-RU" sz="800">
                <a:solidFill>
                  <a:srgbClr val="B2B2B2"/>
                </a:solidFill>
                <a:latin typeface="Arial" panose="020B0604020202020204" pitchFamily="34" charset="0"/>
              </a:rPr>
              <a:pPr/>
              <a:t>63</a:t>
            </a:fld>
            <a:endParaRPr lang="en-US" altLang="ru-RU" sz="800">
              <a:solidFill>
                <a:srgbClr val="B2B2B2"/>
              </a:solidFill>
              <a:latin typeface="Arial" panose="020B0604020202020204" pitchFamily="34" charset="0"/>
            </a:endParaRPr>
          </a:p>
        </p:txBody>
      </p:sp>
      <p:sp>
        <p:nvSpPr>
          <p:cNvPr id="66563" name="Rectangle 2">
            <a:extLst>
              <a:ext uri="{FF2B5EF4-FFF2-40B4-BE49-F238E27FC236}">
                <a16:creationId xmlns:a16="http://schemas.microsoft.com/office/drawing/2014/main" id="{6EBED2D8-6155-4B38-8083-941EDAD2BFC8}"/>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400" b="1"/>
              <a:t>	</a:t>
            </a:r>
            <a:r>
              <a:rPr lang="en-US" altLang="ru-RU" sz="2000" b="1">
                <a:solidFill>
                  <a:schemeClr val="accent2"/>
                </a:solidFill>
              </a:rPr>
              <a:t>Reservation Administration</a:t>
            </a:r>
            <a:endParaRPr lang="en-US" altLang="ru-RU" sz="2400"/>
          </a:p>
          <a:p>
            <a:pPr eaLnBrk="1" hangingPunct="1">
              <a:buFontTx/>
              <a:buNone/>
            </a:pPr>
            <a:r>
              <a:rPr lang="en-US" altLang="ru-RU" sz="2000"/>
              <a:t>	The Administration page allows the Lab Admins access the Database information to modify.</a:t>
            </a:r>
          </a:p>
        </p:txBody>
      </p:sp>
      <p:sp>
        <p:nvSpPr>
          <p:cNvPr id="66564" name="Rectangle 3">
            <a:extLst>
              <a:ext uri="{FF2B5EF4-FFF2-40B4-BE49-F238E27FC236}">
                <a16:creationId xmlns:a16="http://schemas.microsoft.com/office/drawing/2014/main" id="{3D2A6DA5-0401-44E8-B9F6-E5FA49286855}"/>
              </a:ext>
            </a:extLst>
          </p:cNvPr>
          <p:cNvSpPr>
            <a:spLocks noGrp="1" noChangeArrowheads="1"/>
          </p:cNvSpPr>
          <p:nvPr>
            <p:ph type="title"/>
          </p:nvPr>
        </p:nvSpPr>
        <p:spPr/>
        <p:txBody>
          <a:bodyPr/>
          <a:lstStyle/>
          <a:p>
            <a:pPr eaLnBrk="1" hangingPunct="1"/>
            <a:r>
              <a:rPr lang="en-US" altLang="ru-RU"/>
              <a:t>Admin Site Cont…</a:t>
            </a:r>
          </a:p>
        </p:txBody>
      </p:sp>
      <p:pic>
        <p:nvPicPr>
          <p:cNvPr id="195588" name="Picture 4" descr="Whats new">
            <a:hlinkClick r:id="rId3"/>
            <a:extLst>
              <a:ext uri="{FF2B5EF4-FFF2-40B4-BE49-F238E27FC236}">
                <a16:creationId xmlns:a16="http://schemas.microsoft.com/office/drawing/2014/main" id="{87F09C2A-50BA-4C54-A56C-E1B66C8CB5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5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924490A-E44B-4BF7-BBCF-F2432589F7F6}"/>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9B69FF0-CC32-4352-B352-27D974D4AA9A}" type="slidenum">
              <a:rPr lang="en-US" altLang="ru-RU" sz="800">
                <a:solidFill>
                  <a:srgbClr val="B2B2B2"/>
                </a:solidFill>
                <a:latin typeface="Arial" panose="020B0604020202020204" pitchFamily="34" charset="0"/>
              </a:rPr>
              <a:pPr/>
              <a:t>64</a:t>
            </a:fld>
            <a:endParaRPr lang="en-US" altLang="ru-RU" sz="800">
              <a:solidFill>
                <a:srgbClr val="B2B2B2"/>
              </a:solidFill>
              <a:latin typeface="Arial" panose="020B0604020202020204" pitchFamily="34" charset="0"/>
            </a:endParaRPr>
          </a:p>
        </p:txBody>
      </p:sp>
      <p:sp>
        <p:nvSpPr>
          <p:cNvPr id="67587" name="Rectangle 2">
            <a:extLst>
              <a:ext uri="{FF2B5EF4-FFF2-40B4-BE49-F238E27FC236}">
                <a16:creationId xmlns:a16="http://schemas.microsoft.com/office/drawing/2014/main" id="{DC950CC2-E5F6-40D0-B287-FD03616D0253}"/>
              </a:ext>
            </a:extLst>
          </p:cNvPr>
          <p:cNvSpPr>
            <a:spLocks noGrp="1" noChangeArrowheads="1"/>
          </p:cNvSpPr>
          <p:nvPr>
            <p:ph type="body" idx="1"/>
          </p:nvPr>
        </p:nvSpPr>
        <p:spPr/>
        <p:txBody>
          <a:bodyPr/>
          <a:lstStyle/>
          <a:p>
            <a:pPr eaLnBrk="1" hangingPunct="1">
              <a:lnSpc>
                <a:spcPct val="100000"/>
              </a:lnSpc>
              <a:spcAft>
                <a:spcPct val="20000"/>
              </a:spcAft>
              <a:buFontTx/>
              <a:buNone/>
            </a:pPr>
            <a:r>
              <a:rPr lang="en-US" altLang="ru-RU" sz="2000" b="1">
                <a:solidFill>
                  <a:schemeClr val="accent2"/>
                </a:solidFill>
              </a:rPr>
              <a:t>Vision</a:t>
            </a:r>
            <a:endParaRPr lang="en-US" altLang="ru-RU" sz="2400" b="1"/>
          </a:p>
          <a:p>
            <a:pPr eaLnBrk="1" hangingPunct="1">
              <a:lnSpc>
                <a:spcPct val="100000"/>
              </a:lnSpc>
              <a:spcAft>
                <a:spcPct val="20000"/>
              </a:spcAft>
            </a:pPr>
            <a:r>
              <a:rPr lang="en-US" altLang="ru-RU" sz="2000"/>
              <a:t>The Admin site will contain all information needed to support Exchange.  This page will include the Server Support Database, Contact numbers, and documents.  </a:t>
            </a:r>
          </a:p>
          <a:p>
            <a:pPr eaLnBrk="1" hangingPunct="1">
              <a:lnSpc>
                <a:spcPct val="100000"/>
              </a:lnSpc>
              <a:spcAft>
                <a:spcPct val="20000"/>
              </a:spcAft>
            </a:pPr>
            <a:r>
              <a:rPr lang="en-US" altLang="ru-RU" sz="2000"/>
              <a:t>I would also like to create a FAQ/Knowledge base.  This page could be a place to search all issues we have encountered with the fix we performed.  I would also like the FAQ to contain a form for EMS members to enter any questions that arise that they do not know (IE “Which lotus notes server is still routing mail to Exchange?”).  Later an EMS member can access this question and submit it to the searchable FAQ/Knowledge Base.</a:t>
            </a:r>
          </a:p>
        </p:txBody>
      </p:sp>
      <p:sp>
        <p:nvSpPr>
          <p:cNvPr id="67588" name="Rectangle 3">
            <a:extLst>
              <a:ext uri="{FF2B5EF4-FFF2-40B4-BE49-F238E27FC236}">
                <a16:creationId xmlns:a16="http://schemas.microsoft.com/office/drawing/2014/main" id="{9F85A605-0E5A-4F34-8BBB-A92B7D2CA2DF}"/>
              </a:ext>
            </a:extLst>
          </p:cNvPr>
          <p:cNvSpPr>
            <a:spLocks noGrp="1" noChangeArrowheads="1"/>
          </p:cNvSpPr>
          <p:nvPr>
            <p:ph type="title"/>
          </p:nvPr>
        </p:nvSpPr>
        <p:spPr/>
        <p:txBody>
          <a:bodyPr/>
          <a:lstStyle/>
          <a:p>
            <a:pPr eaLnBrk="1" hangingPunct="1"/>
            <a:r>
              <a:rPr lang="en-US" altLang="ru-RU"/>
              <a:t>Admin Site Cont…</a:t>
            </a:r>
          </a:p>
        </p:txBody>
      </p:sp>
    </p:spTree>
  </p:cSld>
  <p:clrMapOvr>
    <a:masterClrMapping/>
  </p:clrMapOvr>
  <p:transition>
    <p:randomBa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4EC7F0AE-ABA7-4DDA-843D-F5227A880CA8}"/>
              </a:ext>
            </a:extLst>
          </p:cNvPr>
          <p:cNvSpPr>
            <a:spLocks noChangeArrowheads="1"/>
          </p:cNvSpPr>
          <p:nvPr/>
        </p:nvSpPr>
        <p:spPr bwMode="auto">
          <a:xfrm>
            <a:off x="903288" y="237648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eaLnBrk="1" hangingPunct="1">
              <a:lnSpc>
                <a:spcPct val="90000"/>
              </a:lnSpc>
            </a:pPr>
            <a:r>
              <a:rPr lang="en-US" altLang="ru-RU" sz="4400" b="1">
                <a:latin typeface="Arial" panose="020B0604020202020204" pitchFamily="34" charset="0"/>
              </a:rPr>
              <a:t>Q&amp;A</a:t>
            </a:r>
            <a:endParaRPr lang="en-US" altLang="ru-RU" sz="4400" b="1">
              <a:solidFill>
                <a:schemeClr val="tx2"/>
              </a:solidFill>
              <a:latin typeface="Arial" panose="020B0604020202020204" pitchFamily="34" charset="0"/>
            </a:endParaRPr>
          </a:p>
        </p:txBody>
      </p:sp>
      <p:pic>
        <p:nvPicPr>
          <p:cNvPr id="68611" name="Picture 3">
            <a:extLst>
              <a:ext uri="{FF2B5EF4-FFF2-40B4-BE49-F238E27FC236}">
                <a16:creationId xmlns:a16="http://schemas.microsoft.com/office/drawing/2014/main" id="{D4B2D4CF-7329-43E1-92C0-831961FB9D3B}"/>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84188" y="373063"/>
            <a:ext cx="2268537"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Rectangle 4">
            <a:extLst>
              <a:ext uri="{FF2B5EF4-FFF2-40B4-BE49-F238E27FC236}">
                <a16:creationId xmlns:a16="http://schemas.microsoft.com/office/drawing/2014/main" id="{E4A6B481-34EB-4C2A-A1C5-E57034D1529A}"/>
              </a:ext>
            </a:extLst>
          </p:cNvPr>
          <p:cNvSpPr>
            <a:spLocks noChangeArrowheads="1"/>
          </p:cNvSpPr>
          <p:nvPr/>
        </p:nvSpPr>
        <p:spPr bwMode="auto">
          <a:xfrm>
            <a:off x="1038225" y="1757363"/>
            <a:ext cx="7043738" cy="2286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ru-RU" altLang="ru-RU"/>
          </a:p>
        </p:txBody>
      </p:sp>
    </p:spTree>
  </p:cSld>
  <p:clrMapOvr>
    <a:masterClrMapping/>
  </p:clrMapOvr>
  <p:transition>
    <p:randomBa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69634" name="Picture 11">
            <a:extLst>
              <a:ext uri="{FF2B5EF4-FFF2-40B4-BE49-F238E27FC236}">
                <a16:creationId xmlns:a16="http://schemas.microsoft.com/office/drawing/2014/main" id="{5292DBAF-FDC9-40EB-A0C5-C154FCA2B8F9}"/>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84188" y="373063"/>
            <a:ext cx="2268537"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15">
            <a:extLst>
              <a:ext uri="{FF2B5EF4-FFF2-40B4-BE49-F238E27FC236}">
                <a16:creationId xmlns:a16="http://schemas.microsoft.com/office/drawing/2014/main" id="{9C70095A-B999-48F0-B7CD-354F55A866A6}"/>
              </a:ext>
            </a:extLst>
          </p:cNvPr>
          <p:cNvSpPr>
            <a:spLocks noChangeArrowheads="1"/>
          </p:cNvSpPr>
          <p:nvPr/>
        </p:nvSpPr>
        <p:spPr bwMode="auto">
          <a:xfrm>
            <a:off x="1062038" y="1757363"/>
            <a:ext cx="7019925" cy="2286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ru-RU" altLang="ru-RU"/>
          </a:p>
        </p:txBody>
      </p:sp>
      <p:sp>
        <p:nvSpPr>
          <p:cNvPr id="69636" name="Rectangle 16">
            <a:extLst>
              <a:ext uri="{FF2B5EF4-FFF2-40B4-BE49-F238E27FC236}">
                <a16:creationId xmlns:a16="http://schemas.microsoft.com/office/drawing/2014/main" id="{94A9A1D8-D508-414C-8C72-629BF022F620}"/>
              </a:ext>
            </a:extLst>
          </p:cNvPr>
          <p:cNvSpPr>
            <a:spLocks noChangeArrowheads="1"/>
          </p:cNvSpPr>
          <p:nvPr/>
        </p:nvSpPr>
        <p:spPr bwMode="auto">
          <a:xfrm>
            <a:off x="914400" y="240665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lnSpc>
                <a:spcPts val="4500"/>
              </a:lnSpc>
            </a:pPr>
            <a:r>
              <a:rPr lang="en-US" altLang="ru-RU" sz="4400" b="1">
                <a:solidFill>
                  <a:schemeClr val="tx2"/>
                </a:solidFill>
                <a:latin typeface="Arial" panose="020B0604020202020204" pitchFamily="34" charset="0"/>
              </a:rPr>
              <a:t>Thank you for taking time to understand the new EMS Intranet Site</a:t>
            </a:r>
          </a:p>
        </p:txBody>
      </p:sp>
    </p:spTree>
  </p:cSld>
  <p:clrMapOvr>
    <a:masterClrMapping/>
  </p:clrMapOvr>
  <p:transition>
    <p:randomBa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0658" name="Picture 4">
            <a:extLst>
              <a:ext uri="{FF2B5EF4-FFF2-40B4-BE49-F238E27FC236}">
                <a16:creationId xmlns:a16="http://schemas.microsoft.com/office/drawing/2014/main" id="{542E4000-27B6-4599-976C-F949448568DA}"/>
              </a:ext>
            </a:extLst>
          </p:cNvPr>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58825" y="1752600"/>
            <a:ext cx="7500938" cy="310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p:transition>
</p:sld>
</file>

<file path=ppt/theme/theme1.xml><?xml version="1.0" encoding="utf-8"?>
<a:theme xmlns:a="http://schemas.openxmlformats.org/drawingml/2006/main" name="CAHnophoto_Jan04">
  <a:themeElements>
    <a:clrScheme name="CAHnophoto_Jan04 14">
      <a:dk1>
        <a:srgbClr val="000000"/>
      </a:dk1>
      <a:lt1>
        <a:srgbClr val="FFFFFF"/>
      </a:lt1>
      <a:dk2>
        <a:srgbClr val="000000"/>
      </a:dk2>
      <a:lt2>
        <a:srgbClr val="808080"/>
      </a:lt2>
      <a:accent1>
        <a:srgbClr val="FF9900"/>
      </a:accent1>
      <a:accent2>
        <a:srgbClr val="003399"/>
      </a:accent2>
      <a:accent3>
        <a:srgbClr val="FFFFFF"/>
      </a:accent3>
      <a:accent4>
        <a:srgbClr val="000000"/>
      </a:accent4>
      <a:accent5>
        <a:srgbClr val="FFCAAA"/>
      </a:accent5>
      <a:accent6>
        <a:srgbClr val="002D8A"/>
      </a:accent6>
      <a:hlink>
        <a:srgbClr val="FF0000"/>
      </a:hlink>
      <a:folHlink>
        <a:srgbClr val="FFCC00"/>
      </a:folHlink>
    </a:clrScheme>
    <a:fontScheme name="CAHnophoto_Jan04">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CAHnophoto_Jan0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AHnophoto_Jan0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AHnophoto_Jan0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AHnophoto_Jan0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AHnophoto_Jan0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AHnophoto_Jan0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AHnophoto_Jan04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AHnophoto_Jan0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AHnophoto_Jan0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AHnophoto_Jan0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AHnophoto_Jan0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AHnophoto_Jan0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AHnophoto_Jan04 13">
        <a:dk1>
          <a:srgbClr val="000000"/>
        </a:dk1>
        <a:lt1>
          <a:srgbClr val="FFFFFF"/>
        </a:lt1>
        <a:dk2>
          <a:srgbClr val="000000"/>
        </a:dk2>
        <a:lt2>
          <a:srgbClr val="808080"/>
        </a:lt2>
        <a:accent1>
          <a:srgbClr val="FF9900"/>
        </a:accent1>
        <a:accent2>
          <a:srgbClr val="6699CC"/>
        </a:accent2>
        <a:accent3>
          <a:srgbClr val="FFFFFF"/>
        </a:accent3>
        <a:accent4>
          <a:srgbClr val="000000"/>
        </a:accent4>
        <a:accent5>
          <a:srgbClr val="FFCAAA"/>
        </a:accent5>
        <a:accent6>
          <a:srgbClr val="5C8AB9"/>
        </a:accent6>
        <a:hlink>
          <a:srgbClr val="993399"/>
        </a:hlink>
        <a:folHlink>
          <a:srgbClr val="99CC00"/>
        </a:folHlink>
      </a:clrScheme>
      <a:clrMap bg1="lt1" tx1="dk1" bg2="lt2" tx2="dk2" accent1="accent1" accent2="accent2" accent3="accent3" accent4="accent4" accent5="accent5" accent6="accent6" hlink="hlink" folHlink="folHlink"/>
    </a:extraClrScheme>
    <a:extraClrScheme>
      <a:clrScheme name="CAHnophoto_Jan04 14">
        <a:dk1>
          <a:srgbClr val="000000"/>
        </a:dk1>
        <a:lt1>
          <a:srgbClr val="FFFFFF"/>
        </a:lt1>
        <a:dk2>
          <a:srgbClr val="000000"/>
        </a:dk2>
        <a:lt2>
          <a:srgbClr val="808080"/>
        </a:lt2>
        <a:accent1>
          <a:srgbClr val="FF9900"/>
        </a:accent1>
        <a:accent2>
          <a:srgbClr val="003399"/>
        </a:accent2>
        <a:accent3>
          <a:srgbClr val="FFFFFF"/>
        </a:accent3>
        <a:accent4>
          <a:srgbClr val="000000"/>
        </a:accent4>
        <a:accent5>
          <a:srgbClr val="FFCAAA"/>
        </a:accent5>
        <a:accent6>
          <a:srgbClr val="002D8A"/>
        </a:accent6>
        <a:hlink>
          <a:srgbClr val="FF0000"/>
        </a:hlink>
        <a:folHlink>
          <a:srgbClr val="FF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CAHnophoto_Jan04</Template>
  <TotalTime>1502</TotalTime>
  <Words>800</Words>
  <Application>Microsoft Office PowerPoint</Application>
  <PresentationFormat>On-screen Show (4:3)</PresentationFormat>
  <Paragraphs>367</Paragraphs>
  <Slides>67</Slides>
  <Notes>66</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CAHnophoto_Jan04</vt:lpstr>
      <vt:lpstr>EMS Intranet</vt:lpstr>
      <vt:lpstr>Agenda</vt:lpstr>
      <vt:lpstr>Objective of Intranet Site</vt:lpstr>
      <vt:lpstr>Server Information</vt:lpstr>
      <vt:lpstr>IIS Configuration</vt:lpstr>
      <vt:lpstr>IIS Configuration Cont…</vt:lpstr>
      <vt:lpstr>IIS Configuration Cont…</vt:lpstr>
      <vt:lpstr>Programming Details</vt:lpstr>
      <vt:lpstr>Programming Languages Used on Site</vt:lpstr>
      <vt:lpstr>EMS Homepage</vt:lpstr>
      <vt:lpstr>EMS Homepage</vt:lpstr>
      <vt:lpstr>EMS Homepage Cont…</vt:lpstr>
      <vt:lpstr>EMS Homepage Cont…</vt:lpstr>
      <vt:lpstr>EMS Homepage Cont…</vt:lpstr>
      <vt:lpstr>EMS Homepage Cont…</vt:lpstr>
      <vt:lpstr>Clarify Case Request</vt:lpstr>
      <vt:lpstr>Clarify Case Request</vt:lpstr>
      <vt:lpstr>System Status</vt:lpstr>
      <vt:lpstr>System Status</vt:lpstr>
      <vt:lpstr>System Status Cont…</vt:lpstr>
      <vt:lpstr>System Status Cont…</vt:lpstr>
      <vt:lpstr>System Status Cont…</vt:lpstr>
      <vt:lpstr>System Status Cont…</vt:lpstr>
      <vt:lpstr>System Status Cont…</vt:lpstr>
      <vt:lpstr>System Status Cont…</vt:lpstr>
      <vt:lpstr>Documentation</vt:lpstr>
      <vt:lpstr>Documentation</vt:lpstr>
      <vt:lpstr>Documentation Cont…</vt:lpstr>
      <vt:lpstr>Documentation Cont…</vt:lpstr>
      <vt:lpstr>Documentation Cont…</vt:lpstr>
      <vt:lpstr>Documentation Cont…</vt:lpstr>
      <vt:lpstr>Forms</vt:lpstr>
      <vt:lpstr>Forms</vt:lpstr>
      <vt:lpstr>Forms Cont…</vt:lpstr>
      <vt:lpstr>Forms Cont…</vt:lpstr>
      <vt:lpstr>Forms Cont…</vt:lpstr>
      <vt:lpstr>Forms Cont…</vt:lpstr>
      <vt:lpstr>Forms Cont…</vt:lpstr>
      <vt:lpstr>Forms Cont…</vt:lpstr>
      <vt:lpstr>Forms Cont…</vt:lpstr>
      <vt:lpstr>Wireless E-Mail</vt:lpstr>
      <vt:lpstr>Wireless E-Mail</vt:lpstr>
      <vt:lpstr>Wireless E-Mail</vt:lpstr>
      <vt:lpstr>Wireless E-Mail Cont…</vt:lpstr>
      <vt:lpstr>Wireless E-Mail Cont…</vt:lpstr>
      <vt:lpstr>Wireless E-Mail Cont…</vt:lpstr>
      <vt:lpstr>Reporting</vt:lpstr>
      <vt:lpstr>Reporting</vt:lpstr>
      <vt:lpstr>Virus/spam</vt:lpstr>
      <vt:lpstr>Virus/spam</vt:lpstr>
      <vt:lpstr>Virus/spam Cont…</vt:lpstr>
      <vt:lpstr>Virus/spam Cont…</vt:lpstr>
      <vt:lpstr>Virus/spam Cont…</vt:lpstr>
      <vt:lpstr>Virus/spam Cont…</vt:lpstr>
      <vt:lpstr>User Feedback</vt:lpstr>
      <vt:lpstr>User Feedback</vt:lpstr>
      <vt:lpstr>Intranet Site Support</vt:lpstr>
      <vt:lpstr>Admin Site</vt:lpstr>
      <vt:lpstr>Admin Site</vt:lpstr>
      <vt:lpstr>Admin Site Cont…</vt:lpstr>
      <vt:lpstr>Admin Site Cont…</vt:lpstr>
      <vt:lpstr>Admin Site Cont…</vt:lpstr>
      <vt:lpstr>Admin Site Cont…</vt:lpstr>
      <vt:lpstr>Admin Site Cont…</vt:lpstr>
      <vt:lpstr>PowerPoint Presentation</vt:lpstr>
      <vt:lpstr>PowerPoint Presentation</vt:lpstr>
      <vt:lpstr>PowerPoint Presentation</vt:lpstr>
    </vt:vector>
  </TitlesOfParts>
  <Company>Cardinal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EMS Intranet</dc:title>
  <dc:creator>Brian.wa.smith</dc:creator>
  <cp:lastModifiedBy>LapXP2</cp:lastModifiedBy>
  <cp:revision>45</cp:revision>
  <dcterms:created xsi:type="dcterms:W3CDTF">2004-04-13T17:35:20Z</dcterms:created>
  <dcterms:modified xsi:type="dcterms:W3CDTF">2020-05-15T12:51:58Z</dcterms:modified>
</cp:coreProperties>
</file>